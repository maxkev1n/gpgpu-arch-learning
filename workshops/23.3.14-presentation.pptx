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6" r:id="rId1"/>
    <p:sldMasterId id="2147483677" r:id="rId2"/>
  </p:sldMasterIdLst>
  <p:notesMasterIdLst>
    <p:notesMasterId r:id="rId52"/>
  </p:notesMasterIdLst>
  <p:sldIdLst>
    <p:sldId id="328" r:id="rId3"/>
    <p:sldId id="330" r:id="rId4"/>
    <p:sldId id="331" r:id="rId5"/>
    <p:sldId id="332" r:id="rId6"/>
    <p:sldId id="333" r:id="rId7"/>
    <p:sldId id="334" r:id="rId8"/>
    <p:sldId id="335" r:id="rId9"/>
    <p:sldId id="336" r:id="rId10"/>
    <p:sldId id="337" r:id="rId11"/>
    <p:sldId id="338" r:id="rId12"/>
    <p:sldId id="339" r:id="rId13"/>
    <p:sldId id="340" r:id="rId14"/>
    <p:sldId id="341" r:id="rId15"/>
    <p:sldId id="342" r:id="rId16"/>
    <p:sldId id="343" r:id="rId17"/>
    <p:sldId id="344" r:id="rId18"/>
    <p:sldId id="345" r:id="rId19"/>
    <p:sldId id="346" r:id="rId20"/>
    <p:sldId id="347"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 id="362" r:id="rId36"/>
    <p:sldId id="363" r:id="rId37"/>
    <p:sldId id="364" r:id="rId38"/>
    <p:sldId id="366" r:id="rId39"/>
    <p:sldId id="367" r:id="rId40"/>
    <p:sldId id="365" r:id="rId41"/>
    <p:sldId id="368" r:id="rId42"/>
    <p:sldId id="369" r:id="rId43"/>
    <p:sldId id="370" r:id="rId44"/>
    <p:sldId id="371" r:id="rId45"/>
    <p:sldId id="372" r:id="rId46"/>
    <p:sldId id="373" r:id="rId47"/>
    <p:sldId id="374" r:id="rId48"/>
    <p:sldId id="375" r:id="rId49"/>
    <p:sldId id="376" r:id="rId50"/>
    <p:sldId id="377" r:id="rId51"/>
  </p:sldIdLst>
  <p:sldSz cx="12192000" cy="6858000"/>
  <p:notesSz cx="6858000" cy="9144000"/>
  <p:embeddedFontLst>
    <p:embeddedFont>
      <p:font typeface="Calibri" panose="020F0502020204030204" pitchFamily="34" charset="0"/>
      <p:regular r:id="rId53"/>
      <p:bold r:id="rId54"/>
      <p:italic r:id="rId55"/>
      <p:boldItalic r:id="rId56"/>
    </p:embeddedFont>
    <p:embeddedFont>
      <p:font typeface="Gill Sans MT" panose="020B0502020104020203" pitchFamily="34" charset="0"/>
      <p:regular r:id="rId57"/>
      <p:bold r:id="rId58"/>
      <p:italic r:id="rId59"/>
      <p:boldItalic r:id="rId60"/>
    </p:embeddedFont>
    <p:embeddedFont>
      <p:font typeface="等线" panose="02010600030101010101" pitchFamily="2" charset="-122"/>
      <p:regular r:id="rId61"/>
      <p:bold r:id="rId62"/>
    </p:embeddedFont>
    <p:embeddedFont>
      <p:font typeface="黑体" panose="02010609060101010101" pitchFamily="49" charset="-122"/>
      <p:regular r:id="rId63"/>
    </p:embeddedFont>
    <p:embeddedFont>
      <p:font typeface="微软雅黑" panose="020B0503020204020204" pitchFamily="34" charset="-122"/>
      <p:regular r:id="rId64"/>
      <p:bold r:id="rId65"/>
    </p:embeddedFont>
  </p:embeddedFont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76" autoAdjust="0"/>
    <p:restoredTop sz="84394" autoAdjust="0"/>
  </p:normalViewPr>
  <p:slideViewPr>
    <p:cSldViewPr snapToGrid="0">
      <p:cViewPr varScale="1">
        <p:scale>
          <a:sx n="70" d="100"/>
          <a:sy n="70" d="100"/>
        </p:scale>
        <p:origin x="38" y="811"/>
      </p:cViewPr>
      <p:guideLst/>
    </p:cSldViewPr>
  </p:slideViewPr>
  <p:notesTextViewPr>
    <p:cViewPr>
      <p:scale>
        <a:sx n="1" d="1"/>
        <a:sy n="1" d="1"/>
      </p:scale>
      <p:origin x="0" y="0"/>
    </p:cViewPr>
  </p:notesTextViewPr>
  <p:sorterViewPr>
    <p:cViewPr>
      <p:scale>
        <a:sx n="100" d="100"/>
        <a:sy n="100" d="100"/>
      </p:scale>
      <p:origin x="0" y="-3309"/>
    </p:cViewPr>
  </p:sorterViewPr>
  <p:notesViewPr>
    <p:cSldViewPr snapToGrid="0">
      <p:cViewPr varScale="1">
        <p:scale>
          <a:sx n="75" d="100"/>
          <a:sy n="75" d="100"/>
        </p:scale>
        <p:origin x="3448" y="6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1.fntdata"/><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9.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7.fntdata"/><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2.fntdata"/><Relationship Id="rId62" Type="http://schemas.openxmlformats.org/officeDocument/2006/relationships/font" Target="fonts/font10.fntdata"/><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周 耀阳" userId="6260573ca82bfa6b" providerId="LiveId" clId="{765C23B1-729E-4B29-A02B-2ED13DB18484}"/>
    <pc:docChg chg="undo custSel delSld modSld">
      <pc:chgData name="周 耀阳" userId="6260573ca82bfa6b" providerId="LiveId" clId="{765C23B1-729E-4B29-A02B-2ED13DB18484}" dt="2021-05-21T03:48:34.010" v="486" actId="47"/>
      <pc:docMkLst>
        <pc:docMk/>
      </pc:docMkLst>
      <pc:sldChg chg="modSp mod">
        <pc:chgData name="周 耀阳" userId="6260573ca82bfa6b" providerId="LiveId" clId="{765C23B1-729E-4B29-A02B-2ED13DB18484}" dt="2021-05-21T03:32:57.344" v="177"/>
        <pc:sldMkLst>
          <pc:docMk/>
          <pc:sldMk cId="2323263438" sldId="261"/>
        </pc:sldMkLst>
        <pc:spChg chg="mod">
          <ac:chgData name="周 耀阳" userId="6260573ca82bfa6b" providerId="LiveId" clId="{765C23B1-729E-4B29-A02B-2ED13DB18484}" dt="2021-05-21T03:32:57.344" v="177"/>
          <ac:spMkLst>
            <pc:docMk/>
            <pc:sldMk cId="2323263438" sldId="261"/>
            <ac:spMk id="3" creationId="{FB9FAB33-7E73-41FA-AF6F-D302F4103BD7}"/>
          </ac:spMkLst>
        </pc:spChg>
      </pc:sldChg>
      <pc:sldChg chg="del mod modShow">
        <pc:chgData name="周 耀阳" userId="6260573ca82bfa6b" providerId="LiveId" clId="{765C23B1-729E-4B29-A02B-2ED13DB18484}" dt="2021-05-21T03:45:13.783" v="484" actId="47"/>
        <pc:sldMkLst>
          <pc:docMk/>
          <pc:sldMk cId="1413574725" sldId="262"/>
        </pc:sldMkLst>
      </pc:sldChg>
      <pc:sldChg chg="modSp mod">
        <pc:chgData name="周 耀阳" userId="6260573ca82bfa6b" providerId="LiveId" clId="{765C23B1-729E-4B29-A02B-2ED13DB18484}" dt="2021-05-21T03:44:36.906" v="483" actId="20577"/>
        <pc:sldMkLst>
          <pc:docMk/>
          <pc:sldMk cId="3262307341" sldId="267"/>
        </pc:sldMkLst>
        <pc:spChg chg="mod">
          <ac:chgData name="周 耀阳" userId="6260573ca82bfa6b" providerId="LiveId" clId="{765C23B1-729E-4B29-A02B-2ED13DB18484}" dt="2021-05-21T03:44:36.906" v="483" actId="20577"/>
          <ac:spMkLst>
            <pc:docMk/>
            <pc:sldMk cId="3262307341" sldId="267"/>
            <ac:spMk id="3" creationId="{3A8FE9CC-D8E7-49CF-BFA5-C7AA207135F8}"/>
          </ac:spMkLst>
        </pc:spChg>
      </pc:sldChg>
      <pc:sldChg chg="del">
        <pc:chgData name="周 耀阳" userId="6260573ca82bfa6b" providerId="LiveId" clId="{765C23B1-729E-4B29-A02B-2ED13DB18484}" dt="2021-05-21T03:28:27.575" v="0" actId="47"/>
        <pc:sldMkLst>
          <pc:docMk/>
          <pc:sldMk cId="1487918016" sldId="268"/>
        </pc:sldMkLst>
      </pc:sldChg>
      <pc:sldChg chg="del">
        <pc:chgData name="周 耀阳" userId="6260573ca82bfa6b" providerId="LiveId" clId="{765C23B1-729E-4B29-A02B-2ED13DB18484}" dt="2021-05-21T03:48:30.330" v="485" actId="47"/>
        <pc:sldMkLst>
          <pc:docMk/>
          <pc:sldMk cId="1511808122" sldId="271"/>
        </pc:sldMkLst>
      </pc:sldChg>
      <pc:sldChg chg="del">
        <pc:chgData name="周 耀阳" userId="6260573ca82bfa6b" providerId="LiveId" clId="{765C23B1-729E-4B29-A02B-2ED13DB18484}" dt="2021-05-21T03:48:34.010" v="486" actId="47"/>
        <pc:sldMkLst>
          <pc:docMk/>
          <pc:sldMk cId="1560433587" sldId="273"/>
        </pc:sldMkLst>
      </pc:sldChg>
      <pc:sldChg chg="modSp mod">
        <pc:chgData name="周 耀阳" userId="6260573ca82bfa6b" providerId="LiveId" clId="{765C23B1-729E-4B29-A02B-2ED13DB18484}" dt="2021-05-21T03:33:12.653" v="179" actId="1076"/>
        <pc:sldMkLst>
          <pc:docMk/>
          <pc:sldMk cId="3441532680" sldId="274"/>
        </pc:sldMkLst>
        <pc:picChg chg="mod">
          <ac:chgData name="周 耀阳" userId="6260573ca82bfa6b" providerId="LiveId" clId="{765C23B1-729E-4B29-A02B-2ED13DB18484}" dt="2021-05-21T03:33:12.653" v="179" actId="1076"/>
          <ac:picMkLst>
            <pc:docMk/>
            <pc:sldMk cId="3441532680" sldId="274"/>
            <ac:picMk id="4" creationId="{E8B06B95-31A2-4969-B30F-B0F3F1870939}"/>
          </ac:picMkLst>
        </pc:picChg>
      </pc:sldChg>
      <pc:sldChg chg="addSp modSp mod">
        <pc:chgData name="周 耀阳" userId="6260573ca82bfa6b" providerId="LiveId" clId="{765C23B1-729E-4B29-A02B-2ED13DB18484}" dt="2021-05-21T03:34:10.173" v="200" actId="1076"/>
        <pc:sldMkLst>
          <pc:docMk/>
          <pc:sldMk cId="1776041458" sldId="275"/>
        </pc:sldMkLst>
        <pc:spChg chg="mod">
          <ac:chgData name="周 耀阳" userId="6260573ca82bfa6b" providerId="LiveId" clId="{765C23B1-729E-4B29-A02B-2ED13DB18484}" dt="2021-05-21T03:33:24.693" v="181" actId="14100"/>
          <ac:spMkLst>
            <pc:docMk/>
            <pc:sldMk cId="1776041458" sldId="275"/>
            <ac:spMk id="3" creationId="{54E406C9-B30A-4913-B68C-52BEF2676750}"/>
          </ac:spMkLst>
        </pc:spChg>
        <pc:spChg chg="add mod">
          <ac:chgData name="周 耀阳" userId="6260573ca82bfa6b" providerId="LiveId" clId="{765C23B1-729E-4B29-A02B-2ED13DB18484}" dt="2021-05-21T03:34:10.173" v="200" actId="1076"/>
          <ac:spMkLst>
            <pc:docMk/>
            <pc:sldMk cId="1776041458" sldId="275"/>
            <ac:spMk id="4" creationId="{0254FD1A-DA11-4F6F-9093-9FFDAD88C5AB}"/>
          </ac:spMkLst>
        </pc:spChg>
        <pc:picChg chg="mod">
          <ac:chgData name="周 耀阳" userId="6260573ca82bfa6b" providerId="LiveId" clId="{765C23B1-729E-4B29-A02B-2ED13DB18484}" dt="2021-05-21T03:33:56.502" v="199" actId="1076"/>
          <ac:picMkLst>
            <pc:docMk/>
            <pc:sldMk cId="1776041458" sldId="275"/>
            <ac:picMk id="7" creationId="{0967F22B-F712-48D7-B63D-C60E2CB64053}"/>
          </ac:picMkLst>
        </pc:picChg>
      </pc:sldChg>
      <pc:sldChg chg="modSp mod">
        <pc:chgData name="周 耀阳" userId="6260573ca82bfa6b" providerId="LiveId" clId="{765C23B1-729E-4B29-A02B-2ED13DB18484}" dt="2021-05-21T03:34:50.459" v="257" actId="15"/>
        <pc:sldMkLst>
          <pc:docMk/>
          <pc:sldMk cId="3846376560" sldId="279"/>
        </pc:sldMkLst>
        <pc:spChg chg="mod">
          <ac:chgData name="周 耀阳" userId="6260573ca82bfa6b" providerId="LiveId" clId="{765C23B1-729E-4B29-A02B-2ED13DB18484}" dt="2021-05-21T03:34:50.459" v="257" actId="15"/>
          <ac:spMkLst>
            <pc:docMk/>
            <pc:sldMk cId="3846376560" sldId="279"/>
            <ac:spMk id="3" creationId="{52B3986E-A2A3-48A0-A4BF-8BF588B4E7A4}"/>
          </ac:spMkLst>
        </pc:spChg>
      </pc:sldChg>
      <pc:sldChg chg="modSp mod">
        <pc:chgData name="周 耀阳" userId="6260573ca82bfa6b" providerId="LiveId" clId="{765C23B1-729E-4B29-A02B-2ED13DB18484}" dt="2021-05-21T03:42:31.245" v="422" actId="20577"/>
        <pc:sldMkLst>
          <pc:docMk/>
          <pc:sldMk cId="2857920854" sldId="284"/>
        </pc:sldMkLst>
        <pc:spChg chg="mod">
          <ac:chgData name="周 耀阳" userId="6260573ca82bfa6b" providerId="LiveId" clId="{765C23B1-729E-4B29-A02B-2ED13DB18484}" dt="2021-05-21T03:42:31.245" v="422" actId="20577"/>
          <ac:spMkLst>
            <pc:docMk/>
            <pc:sldMk cId="2857920854" sldId="284"/>
            <ac:spMk id="3" creationId="{DD5DD821-37B1-4A13-83E9-2CBFE5A8F884}"/>
          </ac:spMkLst>
        </pc:spChg>
      </pc:sldChg>
      <pc:sldChg chg="modSp mod">
        <pc:chgData name="周 耀阳" userId="6260573ca82bfa6b" providerId="LiveId" clId="{765C23B1-729E-4B29-A02B-2ED13DB18484}" dt="2021-05-21T03:35:21.870" v="297" actId="20577"/>
        <pc:sldMkLst>
          <pc:docMk/>
          <pc:sldMk cId="3718209610" sldId="286"/>
        </pc:sldMkLst>
        <pc:spChg chg="mod">
          <ac:chgData name="周 耀阳" userId="6260573ca82bfa6b" providerId="LiveId" clId="{765C23B1-729E-4B29-A02B-2ED13DB18484}" dt="2021-05-21T03:35:21.870" v="297" actId="20577"/>
          <ac:spMkLst>
            <pc:docMk/>
            <pc:sldMk cId="3718209610" sldId="286"/>
            <ac:spMk id="3" creationId="{53FF1390-9D0D-4279-B255-C27D52FAA319}"/>
          </ac:spMkLst>
        </pc:spChg>
      </pc:sldChg>
      <pc:sldChg chg="addSp delSp modSp mod">
        <pc:chgData name="周 耀阳" userId="6260573ca82bfa6b" providerId="LiveId" clId="{765C23B1-729E-4B29-A02B-2ED13DB18484}" dt="2021-05-21T03:40:03.734" v="397" actId="20577"/>
        <pc:sldMkLst>
          <pc:docMk/>
          <pc:sldMk cId="726710360" sldId="287"/>
        </pc:sldMkLst>
        <pc:spChg chg="mod">
          <ac:chgData name="周 耀阳" userId="6260573ca82bfa6b" providerId="LiveId" clId="{765C23B1-729E-4B29-A02B-2ED13DB18484}" dt="2021-05-21T03:37:57.786" v="350" actId="20577"/>
          <ac:spMkLst>
            <pc:docMk/>
            <pc:sldMk cId="726710360" sldId="287"/>
            <ac:spMk id="2" creationId="{DDB294BF-B5EC-4D60-9493-193EE9998690}"/>
          </ac:spMkLst>
        </pc:spChg>
        <pc:spChg chg="mod">
          <ac:chgData name="周 耀阳" userId="6260573ca82bfa6b" providerId="LiveId" clId="{765C23B1-729E-4B29-A02B-2ED13DB18484}" dt="2021-05-21T03:38:51.085" v="371" actId="14100"/>
          <ac:spMkLst>
            <pc:docMk/>
            <pc:sldMk cId="726710360" sldId="287"/>
            <ac:spMk id="3" creationId="{3087257E-2410-49AC-80C8-1F0925F49488}"/>
          </ac:spMkLst>
        </pc:spChg>
        <pc:spChg chg="add del mod">
          <ac:chgData name="周 耀阳" userId="6260573ca82bfa6b" providerId="LiveId" clId="{765C23B1-729E-4B29-A02B-2ED13DB18484}" dt="2021-05-21T03:39:29.922" v="381"/>
          <ac:spMkLst>
            <pc:docMk/>
            <pc:sldMk cId="726710360" sldId="287"/>
            <ac:spMk id="4" creationId="{C4608507-A62C-4693-BA01-FA7029CA13BA}"/>
          </ac:spMkLst>
        </pc:spChg>
        <pc:spChg chg="add mod">
          <ac:chgData name="周 耀阳" userId="6260573ca82bfa6b" providerId="LiveId" clId="{765C23B1-729E-4B29-A02B-2ED13DB18484}" dt="2021-05-21T03:40:03.734" v="397" actId="20577"/>
          <ac:spMkLst>
            <pc:docMk/>
            <pc:sldMk cId="726710360" sldId="287"/>
            <ac:spMk id="5" creationId="{83CDE0F8-A2D2-48CC-B3E4-4578B5841476}"/>
          </ac:spMkLst>
        </pc:spChg>
      </pc:sldChg>
      <pc:sldChg chg="modSp mod">
        <pc:chgData name="周 耀阳" userId="6260573ca82bfa6b" providerId="LiveId" clId="{765C23B1-729E-4B29-A02B-2ED13DB18484}" dt="2021-05-21T03:32:17.424" v="166" actId="14100"/>
        <pc:sldMkLst>
          <pc:docMk/>
          <pc:sldMk cId="3246256761" sldId="288"/>
        </pc:sldMkLst>
        <pc:spChg chg="mod">
          <ac:chgData name="周 耀阳" userId="6260573ca82bfa6b" providerId="LiveId" clId="{765C23B1-729E-4B29-A02B-2ED13DB18484}" dt="2021-05-21T03:31:50.608" v="160" actId="1076"/>
          <ac:spMkLst>
            <pc:docMk/>
            <pc:sldMk cId="3246256761" sldId="288"/>
            <ac:spMk id="3" creationId="{E11EC606-5C5C-44FE-9767-2C5CA70F923C}"/>
          </ac:spMkLst>
        </pc:spChg>
        <pc:spChg chg="mod">
          <ac:chgData name="周 耀阳" userId="6260573ca82bfa6b" providerId="LiveId" clId="{765C23B1-729E-4B29-A02B-2ED13DB18484}" dt="2021-05-21T03:32:17.424" v="166" actId="14100"/>
          <ac:spMkLst>
            <pc:docMk/>
            <pc:sldMk cId="3246256761" sldId="288"/>
            <ac:spMk id="4" creationId="{1FCCA475-663E-442D-A671-2507C46C32E9}"/>
          </ac:spMkLst>
        </pc:spChg>
      </pc:sldChg>
      <pc:sldChg chg="addSp modSp mod">
        <pc:chgData name="周 耀阳" userId="6260573ca82bfa6b" providerId="LiveId" clId="{765C23B1-729E-4B29-A02B-2ED13DB18484}" dt="2021-05-21T03:30:27.287" v="113" actId="207"/>
        <pc:sldMkLst>
          <pc:docMk/>
          <pc:sldMk cId="2275654350" sldId="291"/>
        </pc:sldMkLst>
        <pc:spChg chg="add mod">
          <ac:chgData name="周 耀阳" userId="6260573ca82bfa6b" providerId="LiveId" clId="{765C23B1-729E-4B29-A02B-2ED13DB18484}" dt="2021-05-21T03:30:27.287" v="113" actId="207"/>
          <ac:spMkLst>
            <pc:docMk/>
            <pc:sldMk cId="2275654350" sldId="291"/>
            <ac:spMk id="5" creationId="{DDA6A6A1-3CF1-4073-8A6F-45A3E3E9F85A}"/>
          </ac:spMkLst>
        </pc:spChg>
        <pc:graphicFrameChg chg="mod">
          <ac:chgData name="周 耀阳" userId="6260573ca82bfa6b" providerId="LiveId" clId="{765C23B1-729E-4B29-A02B-2ED13DB18484}" dt="2021-05-21T03:28:48.788" v="1" actId="1076"/>
          <ac:graphicFrameMkLst>
            <pc:docMk/>
            <pc:sldMk cId="2275654350" sldId="291"/>
            <ac:graphicFrameMk id="4" creationId="{FDFEF830-2955-4503-9F98-5FAEBAC94655}"/>
          </ac:graphicFrameMkLst>
        </pc:graphicFrameChg>
      </pc:sldChg>
      <pc:sldChg chg="del">
        <pc:chgData name="周 耀阳" userId="6260573ca82bfa6b" providerId="LiveId" clId="{765C23B1-729E-4B29-A02B-2ED13DB18484}" dt="2021-05-21T03:30:49.075" v="114" actId="47"/>
        <pc:sldMkLst>
          <pc:docMk/>
          <pc:sldMk cId="4040235061" sldId="292"/>
        </pc:sldMkLst>
      </pc:sldChg>
      <pc:sldChg chg="del">
        <pc:chgData name="周 耀阳" userId="6260573ca82bfa6b" providerId="LiveId" clId="{765C23B1-729E-4B29-A02B-2ED13DB18484}" dt="2021-05-21T03:30:56.392" v="115" actId="47"/>
        <pc:sldMkLst>
          <pc:docMk/>
          <pc:sldMk cId="1149674262" sldId="293"/>
        </pc:sldMkLst>
      </pc:sldChg>
      <pc:sldChg chg="addSp delSp modSp mod">
        <pc:chgData name="周 耀阳" userId="6260573ca82bfa6b" providerId="LiveId" clId="{765C23B1-729E-4B29-A02B-2ED13DB18484}" dt="2021-05-21T03:36:58.136" v="306" actId="1076"/>
        <pc:sldMkLst>
          <pc:docMk/>
          <pc:sldMk cId="4055322654" sldId="294"/>
        </pc:sldMkLst>
        <pc:picChg chg="del mod">
          <ac:chgData name="周 耀阳" userId="6260573ca82bfa6b" providerId="LiveId" clId="{765C23B1-729E-4B29-A02B-2ED13DB18484}" dt="2021-05-21T03:36:36.601" v="299" actId="478"/>
          <ac:picMkLst>
            <pc:docMk/>
            <pc:sldMk cId="4055322654" sldId="294"/>
            <ac:picMk id="5" creationId="{650A47D3-E08A-446C-9D88-056DFA4E4C84}"/>
          </ac:picMkLst>
        </pc:picChg>
        <pc:picChg chg="add del mod">
          <ac:chgData name="周 耀阳" userId="6260573ca82bfa6b" providerId="LiveId" clId="{765C23B1-729E-4B29-A02B-2ED13DB18484}" dt="2021-05-21T03:36:40.263" v="302" actId="478"/>
          <ac:picMkLst>
            <pc:docMk/>
            <pc:sldMk cId="4055322654" sldId="294"/>
            <ac:picMk id="6" creationId="{2E33A694-F485-410B-8BEC-4FEDBE13612A}"/>
          </ac:picMkLst>
        </pc:picChg>
        <pc:picChg chg="add mod">
          <ac:chgData name="周 耀阳" userId="6260573ca82bfa6b" providerId="LiveId" clId="{765C23B1-729E-4B29-A02B-2ED13DB18484}" dt="2021-05-21T03:36:58.136" v="306" actId="1076"/>
          <ac:picMkLst>
            <pc:docMk/>
            <pc:sldMk cId="4055322654" sldId="294"/>
            <ac:picMk id="8" creationId="{EDACA3AE-4A82-4137-90B2-16461C819793}"/>
          </ac:picMkLst>
        </pc:picChg>
      </pc:sldChg>
      <pc:sldChg chg="modSp mod">
        <pc:chgData name="周 耀阳" userId="6260573ca82bfa6b" providerId="LiveId" clId="{765C23B1-729E-4B29-A02B-2ED13DB18484}" dt="2021-05-21T03:42:08.961" v="414"/>
        <pc:sldMkLst>
          <pc:docMk/>
          <pc:sldMk cId="2701047211" sldId="296"/>
        </pc:sldMkLst>
        <pc:spChg chg="mod">
          <ac:chgData name="周 耀阳" userId="6260573ca82bfa6b" providerId="LiveId" clId="{765C23B1-729E-4B29-A02B-2ED13DB18484}" dt="2021-05-21T03:42:08.961" v="414"/>
          <ac:spMkLst>
            <pc:docMk/>
            <pc:sldMk cId="2701047211" sldId="296"/>
            <ac:spMk id="2" creationId="{50F8C734-A9C2-44AD-B411-A3AD5728F868}"/>
          </ac:spMkLst>
        </pc:spChg>
      </pc:sldChg>
      <pc:sldChg chg="modSp mod">
        <pc:chgData name="周 耀阳" userId="6260573ca82bfa6b" providerId="LiveId" clId="{765C23B1-729E-4B29-A02B-2ED13DB18484}" dt="2021-05-21T03:42:14.366" v="415"/>
        <pc:sldMkLst>
          <pc:docMk/>
          <pc:sldMk cId="1794846531" sldId="297"/>
        </pc:sldMkLst>
        <pc:spChg chg="mod">
          <ac:chgData name="周 耀阳" userId="6260573ca82bfa6b" providerId="LiveId" clId="{765C23B1-729E-4B29-A02B-2ED13DB18484}" dt="2021-05-21T03:42:14.366" v="415"/>
          <ac:spMkLst>
            <pc:docMk/>
            <pc:sldMk cId="1794846531" sldId="297"/>
            <ac:spMk id="2" creationId="{50F8C734-A9C2-44AD-B411-A3AD5728F868}"/>
          </ac:spMkLst>
        </pc:spChg>
      </pc:sldChg>
    </pc:docChg>
  </pc:docChgLst>
  <pc:docChgLst>
    <pc:chgData name="周 耀阳" userId="6260573ca82bfa6b" providerId="LiveId" clId="{28A5EF4F-DC6A-461A-AD7F-919E46E03D2E}"/>
    <pc:docChg chg="undo custSel modSld modMainMaster">
      <pc:chgData name="周 耀阳" userId="6260573ca82bfa6b" providerId="LiveId" clId="{28A5EF4F-DC6A-461A-AD7F-919E46E03D2E}" dt="2021-07-19T08:22:05.836" v="347"/>
      <pc:docMkLst>
        <pc:docMk/>
      </pc:docMkLst>
      <pc:sldChg chg="modSp mod">
        <pc:chgData name="周 耀阳" userId="6260573ca82bfa6b" providerId="LiveId" clId="{28A5EF4F-DC6A-461A-AD7F-919E46E03D2E}" dt="2021-07-19T08:09:36.939" v="158" actId="27636"/>
        <pc:sldMkLst>
          <pc:docMk/>
          <pc:sldMk cId="1670305707" sldId="259"/>
        </pc:sldMkLst>
        <pc:spChg chg="mod">
          <ac:chgData name="周 耀阳" userId="6260573ca82bfa6b" providerId="LiveId" clId="{28A5EF4F-DC6A-461A-AD7F-919E46E03D2E}" dt="2021-07-19T08:04:19.499" v="96"/>
          <ac:spMkLst>
            <pc:docMk/>
            <pc:sldMk cId="1670305707" sldId="259"/>
            <ac:spMk id="2" creationId="{4A2FBC91-4083-47B6-89E8-5C289C39823D}"/>
          </ac:spMkLst>
        </pc:spChg>
        <pc:spChg chg="mod">
          <ac:chgData name="周 耀阳" userId="6260573ca82bfa6b" providerId="LiveId" clId="{28A5EF4F-DC6A-461A-AD7F-919E46E03D2E}" dt="2021-07-19T08:09:36.939" v="158" actId="27636"/>
          <ac:spMkLst>
            <pc:docMk/>
            <pc:sldMk cId="1670305707" sldId="259"/>
            <ac:spMk id="3" creationId="{30F49D9F-0F35-42F9-971E-65D0702A70C6}"/>
          </ac:spMkLst>
        </pc:spChg>
      </pc:sldChg>
      <pc:sldChg chg="modSp mod">
        <pc:chgData name="周 耀阳" userId="6260573ca82bfa6b" providerId="LiveId" clId="{28A5EF4F-DC6A-461A-AD7F-919E46E03D2E}" dt="2021-07-19T08:09:36.952" v="159" actId="27636"/>
        <pc:sldMkLst>
          <pc:docMk/>
          <pc:sldMk cId="2323263438" sldId="261"/>
        </pc:sldMkLst>
        <pc:spChg chg="mod">
          <ac:chgData name="周 耀阳" userId="6260573ca82bfa6b" providerId="LiveId" clId="{28A5EF4F-DC6A-461A-AD7F-919E46E03D2E}" dt="2021-07-19T08:04:19.499" v="96"/>
          <ac:spMkLst>
            <pc:docMk/>
            <pc:sldMk cId="2323263438" sldId="261"/>
            <ac:spMk id="2" creationId="{DC9E09F6-F792-4562-BDA8-7BEADDDADB77}"/>
          </ac:spMkLst>
        </pc:spChg>
        <pc:spChg chg="mod">
          <ac:chgData name="周 耀阳" userId="6260573ca82bfa6b" providerId="LiveId" clId="{28A5EF4F-DC6A-461A-AD7F-919E46E03D2E}" dt="2021-07-19T08:09:36.952" v="159" actId="27636"/>
          <ac:spMkLst>
            <pc:docMk/>
            <pc:sldMk cId="2323263438" sldId="261"/>
            <ac:spMk id="3" creationId="{FB9FAB33-7E73-41FA-AF6F-D302F4103BD7}"/>
          </ac:spMkLst>
        </pc:spChg>
        <pc:picChg chg="mod">
          <ac:chgData name="周 耀阳" userId="6260573ca82bfa6b" providerId="LiveId" clId="{28A5EF4F-DC6A-461A-AD7F-919E46E03D2E}" dt="2021-07-19T08:08:28.020" v="142" actId="1076"/>
          <ac:picMkLst>
            <pc:docMk/>
            <pc:sldMk cId="2323263438" sldId="261"/>
            <ac:picMk id="11" creationId="{23496B59-75B5-4FEC-9C6C-FA72B6BC51C5}"/>
          </ac:picMkLst>
        </pc:picChg>
      </pc:sldChg>
      <pc:sldChg chg="modSp mod setBg modClrScheme chgLayout">
        <pc:chgData name="周 耀阳" userId="6260573ca82bfa6b" providerId="LiveId" clId="{28A5EF4F-DC6A-461A-AD7F-919E46E03D2E}" dt="2021-07-19T08:06:23.430" v="133" actId="14100"/>
        <pc:sldMkLst>
          <pc:docMk/>
          <pc:sldMk cId="2168561699" sldId="266"/>
        </pc:sldMkLst>
        <pc:spChg chg="mod ord">
          <ac:chgData name="周 耀阳" userId="6260573ca82bfa6b" providerId="LiveId" clId="{28A5EF4F-DC6A-461A-AD7F-919E46E03D2E}" dt="2021-07-19T08:05:54.863" v="118" actId="1076"/>
          <ac:spMkLst>
            <pc:docMk/>
            <pc:sldMk cId="2168561699" sldId="266"/>
            <ac:spMk id="4" creationId="{8C9E5DEB-B252-4D7B-9B8C-3EF6AC0F2BD8}"/>
          </ac:spMkLst>
        </pc:spChg>
        <pc:spChg chg="mod ord">
          <ac:chgData name="周 耀阳" userId="6260573ca82bfa6b" providerId="LiveId" clId="{28A5EF4F-DC6A-461A-AD7F-919E46E03D2E}" dt="2021-07-19T08:06:23.430" v="133" actId="14100"/>
          <ac:spMkLst>
            <pc:docMk/>
            <pc:sldMk cId="2168561699" sldId="266"/>
            <ac:spMk id="5" creationId="{6A353BAB-F11B-410F-BEAC-ABDBE8281CBE}"/>
          </ac:spMkLst>
        </pc:spChg>
      </pc:sldChg>
      <pc:sldChg chg="modSp mod">
        <pc:chgData name="周 耀阳" userId="6260573ca82bfa6b" providerId="LiveId" clId="{28A5EF4F-DC6A-461A-AD7F-919E46E03D2E}" dt="2021-07-19T08:15:14.807" v="284" actId="14100"/>
        <pc:sldMkLst>
          <pc:docMk/>
          <pc:sldMk cId="3262307341" sldId="267"/>
        </pc:sldMkLst>
        <pc:spChg chg="mod">
          <ac:chgData name="周 耀阳" userId="6260573ca82bfa6b" providerId="LiveId" clId="{28A5EF4F-DC6A-461A-AD7F-919E46E03D2E}" dt="2021-07-19T08:04:19.499" v="96"/>
          <ac:spMkLst>
            <pc:docMk/>
            <pc:sldMk cId="3262307341" sldId="267"/>
            <ac:spMk id="2" creationId="{CB436FB9-CDCE-4D07-B912-82D867B919C8}"/>
          </ac:spMkLst>
        </pc:spChg>
        <pc:spChg chg="mod">
          <ac:chgData name="周 耀阳" userId="6260573ca82bfa6b" providerId="LiveId" clId="{28A5EF4F-DC6A-461A-AD7F-919E46E03D2E}" dt="2021-07-19T08:04:19.597" v="103" actId="27636"/>
          <ac:spMkLst>
            <pc:docMk/>
            <pc:sldMk cId="3262307341" sldId="267"/>
            <ac:spMk id="3" creationId="{3A8FE9CC-D8E7-49CF-BFA5-C7AA207135F8}"/>
          </ac:spMkLst>
        </pc:spChg>
        <pc:picChg chg="mod">
          <ac:chgData name="周 耀阳" userId="6260573ca82bfa6b" providerId="LiveId" clId="{28A5EF4F-DC6A-461A-AD7F-919E46E03D2E}" dt="2021-07-19T08:15:14.807" v="284" actId="14100"/>
          <ac:picMkLst>
            <pc:docMk/>
            <pc:sldMk cId="3262307341" sldId="267"/>
            <ac:picMk id="6" creationId="{3DA4E8AF-8CB8-4B65-B4FB-4E4D33C68FEC}"/>
          </ac:picMkLst>
        </pc:picChg>
      </pc:sldChg>
      <pc:sldChg chg="modSp">
        <pc:chgData name="周 耀阳" userId="6260573ca82bfa6b" providerId="LiveId" clId="{28A5EF4F-DC6A-461A-AD7F-919E46E03D2E}" dt="2021-07-19T08:04:19.499" v="96"/>
        <pc:sldMkLst>
          <pc:docMk/>
          <pc:sldMk cId="1776041458" sldId="275"/>
        </pc:sldMkLst>
        <pc:spChg chg="mod">
          <ac:chgData name="周 耀阳" userId="6260573ca82bfa6b" providerId="LiveId" clId="{28A5EF4F-DC6A-461A-AD7F-919E46E03D2E}" dt="2021-07-19T08:04:19.499" v="96"/>
          <ac:spMkLst>
            <pc:docMk/>
            <pc:sldMk cId="1776041458" sldId="275"/>
            <ac:spMk id="2" creationId="{14353319-FD60-4B1E-865E-0DE502E69541}"/>
          </ac:spMkLst>
        </pc:spChg>
      </pc:sldChg>
      <pc:sldChg chg="modSp mod">
        <pc:chgData name="周 耀阳" userId="6260573ca82bfa6b" providerId="LiveId" clId="{28A5EF4F-DC6A-461A-AD7F-919E46E03D2E}" dt="2021-07-19T08:09:36.960" v="160" actId="27636"/>
        <pc:sldMkLst>
          <pc:docMk/>
          <pc:sldMk cId="4121174608" sldId="276"/>
        </pc:sldMkLst>
        <pc:spChg chg="mod">
          <ac:chgData name="周 耀阳" userId="6260573ca82bfa6b" providerId="LiveId" clId="{28A5EF4F-DC6A-461A-AD7F-919E46E03D2E}" dt="2021-07-19T08:04:19.499" v="96"/>
          <ac:spMkLst>
            <pc:docMk/>
            <pc:sldMk cId="4121174608" sldId="276"/>
            <ac:spMk id="2" creationId="{7F311FC4-22F2-4FBB-AB0F-132EB1190CAB}"/>
          </ac:spMkLst>
        </pc:spChg>
        <pc:spChg chg="mod">
          <ac:chgData name="周 耀阳" userId="6260573ca82bfa6b" providerId="LiveId" clId="{28A5EF4F-DC6A-461A-AD7F-919E46E03D2E}" dt="2021-07-19T08:09:36.960" v="160" actId="27636"/>
          <ac:spMkLst>
            <pc:docMk/>
            <pc:sldMk cId="4121174608" sldId="276"/>
            <ac:spMk id="3" creationId="{A30AF9F6-0410-49B2-9094-980FDA7E7AFD}"/>
          </ac:spMkLst>
        </pc:spChg>
      </pc:sldChg>
      <pc:sldChg chg="modSp mod">
        <pc:chgData name="周 耀阳" userId="6260573ca82bfa6b" providerId="LiveId" clId="{28A5EF4F-DC6A-461A-AD7F-919E46E03D2E}" dt="2021-07-19T08:14:32.921" v="276" actId="20577"/>
        <pc:sldMkLst>
          <pc:docMk/>
          <pc:sldMk cId="2568168495" sldId="277"/>
        </pc:sldMkLst>
        <pc:spChg chg="mod">
          <ac:chgData name="周 耀阳" userId="6260573ca82bfa6b" providerId="LiveId" clId="{28A5EF4F-DC6A-461A-AD7F-919E46E03D2E}" dt="2021-07-19T08:14:32.921" v="276" actId="20577"/>
          <ac:spMkLst>
            <pc:docMk/>
            <pc:sldMk cId="2568168495" sldId="277"/>
            <ac:spMk id="2" creationId="{CC80FB3A-96F4-4E12-B14D-F0CD7CED41DA}"/>
          </ac:spMkLst>
        </pc:spChg>
        <pc:spChg chg="mod">
          <ac:chgData name="周 耀阳" userId="6260573ca82bfa6b" providerId="LiveId" clId="{28A5EF4F-DC6A-461A-AD7F-919E46E03D2E}" dt="2021-07-19T08:04:19.584" v="100" actId="27636"/>
          <ac:spMkLst>
            <pc:docMk/>
            <pc:sldMk cId="2568168495" sldId="277"/>
            <ac:spMk id="3" creationId="{52B3986E-A2A3-48A0-A4BF-8BF588B4E7A4}"/>
          </ac:spMkLst>
        </pc:spChg>
      </pc:sldChg>
      <pc:sldChg chg="modSp mod">
        <pc:chgData name="周 耀阳" userId="6260573ca82bfa6b" providerId="LiveId" clId="{28A5EF4F-DC6A-461A-AD7F-919E46E03D2E}" dt="2021-07-19T08:14:46.930" v="282" actId="20577"/>
        <pc:sldMkLst>
          <pc:docMk/>
          <pc:sldMk cId="3846376560" sldId="279"/>
        </pc:sldMkLst>
        <pc:spChg chg="mod">
          <ac:chgData name="周 耀阳" userId="6260573ca82bfa6b" providerId="LiveId" clId="{28A5EF4F-DC6A-461A-AD7F-919E46E03D2E}" dt="2021-07-19T08:14:46.930" v="282" actId="20577"/>
          <ac:spMkLst>
            <pc:docMk/>
            <pc:sldMk cId="3846376560" sldId="279"/>
            <ac:spMk id="2" creationId="{CC80FB3A-96F4-4E12-B14D-F0CD7CED41DA}"/>
          </ac:spMkLst>
        </pc:spChg>
      </pc:sldChg>
      <pc:sldChg chg="modSp">
        <pc:chgData name="周 耀阳" userId="6260573ca82bfa6b" providerId="LiveId" clId="{28A5EF4F-DC6A-461A-AD7F-919E46E03D2E}" dt="2021-07-19T08:04:19.499" v="96"/>
        <pc:sldMkLst>
          <pc:docMk/>
          <pc:sldMk cId="2857920854" sldId="284"/>
        </pc:sldMkLst>
        <pc:spChg chg="mod">
          <ac:chgData name="周 耀阳" userId="6260573ca82bfa6b" providerId="LiveId" clId="{28A5EF4F-DC6A-461A-AD7F-919E46E03D2E}" dt="2021-07-19T08:04:19.499" v="96"/>
          <ac:spMkLst>
            <pc:docMk/>
            <pc:sldMk cId="2857920854" sldId="284"/>
            <ac:spMk id="2" creationId="{14BF811C-4AE2-4448-92C4-D75AEA434754}"/>
          </ac:spMkLst>
        </pc:spChg>
        <pc:spChg chg="mod">
          <ac:chgData name="周 耀阳" userId="6260573ca82bfa6b" providerId="LiveId" clId="{28A5EF4F-DC6A-461A-AD7F-919E46E03D2E}" dt="2021-07-19T08:04:19.499" v="96"/>
          <ac:spMkLst>
            <pc:docMk/>
            <pc:sldMk cId="2857920854" sldId="284"/>
            <ac:spMk id="3" creationId="{DD5DD821-37B1-4A13-83E9-2CBFE5A8F884}"/>
          </ac:spMkLst>
        </pc:spChg>
      </pc:sldChg>
      <pc:sldChg chg="modSp">
        <pc:chgData name="周 耀阳" userId="6260573ca82bfa6b" providerId="LiveId" clId="{28A5EF4F-DC6A-461A-AD7F-919E46E03D2E}" dt="2021-07-19T08:04:19.499" v="96"/>
        <pc:sldMkLst>
          <pc:docMk/>
          <pc:sldMk cId="3718209610" sldId="286"/>
        </pc:sldMkLst>
        <pc:spChg chg="mod">
          <ac:chgData name="周 耀阳" userId="6260573ca82bfa6b" providerId="LiveId" clId="{28A5EF4F-DC6A-461A-AD7F-919E46E03D2E}" dt="2021-07-19T08:04:19.499" v="96"/>
          <ac:spMkLst>
            <pc:docMk/>
            <pc:sldMk cId="3718209610" sldId="286"/>
            <ac:spMk id="2" creationId="{2B2F2A41-DB90-4CDE-B7F5-CDD886E8886F}"/>
          </ac:spMkLst>
        </pc:spChg>
        <pc:spChg chg="mod">
          <ac:chgData name="周 耀阳" userId="6260573ca82bfa6b" providerId="LiveId" clId="{28A5EF4F-DC6A-461A-AD7F-919E46E03D2E}" dt="2021-07-19T08:04:19.499" v="96"/>
          <ac:spMkLst>
            <pc:docMk/>
            <pc:sldMk cId="3718209610" sldId="286"/>
            <ac:spMk id="3" creationId="{53FF1390-9D0D-4279-B255-C27D52FAA319}"/>
          </ac:spMkLst>
        </pc:spChg>
      </pc:sldChg>
      <pc:sldChg chg="modSp">
        <pc:chgData name="周 耀阳" userId="6260573ca82bfa6b" providerId="LiveId" clId="{28A5EF4F-DC6A-461A-AD7F-919E46E03D2E}" dt="2021-07-19T08:04:19.499" v="96"/>
        <pc:sldMkLst>
          <pc:docMk/>
          <pc:sldMk cId="726710360" sldId="287"/>
        </pc:sldMkLst>
        <pc:spChg chg="mod">
          <ac:chgData name="周 耀阳" userId="6260573ca82bfa6b" providerId="LiveId" clId="{28A5EF4F-DC6A-461A-AD7F-919E46E03D2E}" dt="2021-07-19T08:04:19.499" v="96"/>
          <ac:spMkLst>
            <pc:docMk/>
            <pc:sldMk cId="726710360" sldId="287"/>
            <ac:spMk id="2" creationId="{DDB294BF-B5EC-4D60-9493-193EE9998690}"/>
          </ac:spMkLst>
        </pc:spChg>
      </pc:sldChg>
      <pc:sldChg chg="modSp mod">
        <pc:chgData name="周 耀阳" userId="6260573ca82bfa6b" providerId="LiveId" clId="{28A5EF4F-DC6A-461A-AD7F-919E46E03D2E}" dt="2021-07-19T08:09:36.974" v="161" actId="27636"/>
        <pc:sldMkLst>
          <pc:docMk/>
          <pc:sldMk cId="3246256761" sldId="288"/>
        </pc:sldMkLst>
        <pc:spChg chg="mod">
          <ac:chgData name="周 耀阳" userId="6260573ca82bfa6b" providerId="LiveId" clId="{28A5EF4F-DC6A-461A-AD7F-919E46E03D2E}" dt="2021-07-19T08:04:19.499" v="96"/>
          <ac:spMkLst>
            <pc:docMk/>
            <pc:sldMk cId="3246256761" sldId="288"/>
            <ac:spMk id="2" creationId="{536FB8AB-C29D-4E71-B398-B4D2FA11FB3F}"/>
          </ac:spMkLst>
        </pc:spChg>
        <pc:spChg chg="mod">
          <ac:chgData name="周 耀阳" userId="6260573ca82bfa6b" providerId="LiveId" clId="{28A5EF4F-DC6A-461A-AD7F-919E46E03D2E}" dt="2021-07-19T08:09:36.974" v="161" actId="27636"/>
          <ac:spMkLst>
            <pc:docMk/>
            <pc:sldMk cId="3246256761" sldId="288"/>
            <ac:spMk id="3" creationId="{E11EC606-5C5C-44FE-9767-2C5CA70F923C}"/>
          </ac:spMkLst>
        </pc:spChg>
      </pc:sldChg>
      <pc:sldChg chg="modSp">
        <pc:chgData name="周 耀阳" userId="6260573ca82bfa6b" providerId="LiveId" clId="{28A5EF4F-DC6A-461A-AD7F-919E46E03D2E}" dt="2021-07-19T08:04:19.499" v="96"/>
        <pc:sldMkLst>
          <pc:docMk/>
          <pc:sldMk cId="2543502177" sldId="290"/>
        </pc:sldMkLst>
        <pc:spChg chg="mod">
          <ac:chgData name="周 耀阳" userId="6260573ca82bfa6b" providerId="LiveId" clId="{28A5EF4F-DC6A-461A-AD7F-919E46E03D2E}" dt="2021-07-19T08:04:19.499" v="96"/>
          <ac:spMkLst>
            <pc:docMk/>
            <pc:sldMk cId="2543502177" sldId="290"/>
            <ac:spMk id="2" creationId="{AD15FB90-6714-4A78-BD7A-F8BD8E2BB19B}"/>
          </ac:spMkLst>
        </pc:spChg>
      </pc:sldChg>
      <pc:sldChg chg="modSp mod">
        <pc:chgData name="周 耀阳" userId="6260573ca82bfa6b" providerId="LiveId" clId="{28A5EF4F-DC6A-461A-AD7F-919E46E03D2E}" dt="2021-07-19T08:15:02.278" v="283" actId="14100"/>
        <pc:sldMkLst>
          <pc:docMk/>
          <pc:sldMk cId="2275654350" sldId="291"/>
        </pc:sldMkLst>
        <pc:spChg chg="mod">
          <ac:chgData name="周 耀阳" userId="6260573ca82bfa6b" providerId="LiveId" clId="{28A5EF4F-DC6A-461A-AD7F-919E46E03D2E}" dt="2021-07-19T08:07:45.789" v="135" actId="27636"/>
          <ac:spMkLst>
            <pc:docMk/>
            <pc:sldMk cId="2275654350" sldId="291"/>
            <ac:spMk id="2" creationId="{32B43172-11A5-48F9-9DFF-6F5DCBED26B5}"/>
          </ac:spMkLst>
        </pc:spChg>
        <pc:spChg chg="mod">
          <ac:chgData name="周 耀阳" userId="6260573ca82bfa6b" providerId="LiveId" clId="{28A5EF4F-DC6A-461A-AD7F-919E46E03D2E}" dt="2021-07-19T08:15:02.278" v="283" actId="14100"/>
          <ac:spMkLst>
            <pc:docMk/>
            <pc:sldMk cId="2275654350" sldId="291"/>
            <ac:spMk id="5" creationId="{DDA6A6A1-3CF1-4073-8A6F-45A3E3E9F85A}"/>
          </ac:spMkLst>
        </pc:spChg>
      </pc:sldChg>
      <pc:sldChg chg="modSp">
        <pc:chgData name="周 耀阳" userId="6260573ca82bfa6b" providerId="LiveId" clId="{28A5EF4F-DC6A-461A-AD7F-919E46E03D2E}" dt="2021-07-19T08:04:19.499" v="96"/>
        <pc:sldMkLst>
          <pc:docMk/>
          <pc:sldMk cId="4055322654" sldId="294"/>
        </pc:sldMkLst>
        <pc:spChg chg="mod">
          <ac:chgData name="周 耀阳" userId="6260573ca82bfa6b" providerId="LiveId" clId="{28A5EF4F-DC6A-461A-AD7F-919E46E03D2E}" dt="2021-07-19T08:04:19.499" v="96"/>
          <ac:spMkLst>
            <pc:docMk/>
            <pc:sldMk cId="4055322654" sldId="294"/>
            <ac:spMk id="2" creationId="{9EFFDA89-8274-4ACE-AB87-14FA32F4EE9D}"/>
          </ac:spMkLst>
        </pc:spChg>
        <pc:spChg chg="mod">
          <ac:chgData name="周 耀阳" userId="6260573ca82bfa6b" providerId="LiveId" clId="{28A5EF4F-DC6A-461A-AD7F-919E46E03D2E}" dt="2021-07-19T08:04:19.499" v="96"/>
          <ac:spMkLst>
            <pc:docMk/>
            <pc:sldMk cId="4055322654" sldId="294"/>
            <ac:spMk id="3" creationId="{F812DC83-24FC-46E1-8A01-89D819D4B45E}"/>
          </ac:spMkLst>
        </pc:spChg>
      </pc:sldChg>
      <pc:sldChg chg="modSp">
        <pc:chgData name="周 耀阳" userId="6260573ca82bfa6b" providerId="LiveId" clId="{28A5EF4F-DC6A-461A-AD7F-919E46E03D2E}" dt="2021-07-19T08:04:19.499" v="96"/>
        <pc:sldMkLst>
          <pc:docMk/>
          <pc:sldMk cId="1794846531" sldId="297"/>
        </pc:sldMkLst>
        <pc:spChg chg="mod">
          <ac:chgData name="周 耀阳" userId="6260573ca82bfa6b" providerId="LiveId" clId="{28A5EF4F-DC6A-461A-AD7F-919E46E03D2E}" dt="2021-07-19T08:04:19.499" v="96"/>
          <ac:spMkLst>
            <pc:docMk/>
            <pc:sldMk cId="1794846531" sldId="297"/>
            <ac:spMk id="2" creationId="{50F8C734-A9C2-44AD-B411-A3AD5728F868}"/>
          </ac:spMkLst>
        </pc:spChg>
      </pc:sldChg>
      <pc:sldChg chg="modSp mod">
        <pc:chgData name="周 耀阳" userId="6260573ca82bfa6b" providerId="LiveId" clId="{28A5EF4F-DC6A-461A-AD7F-919E46E03D2E}" dt="2021-07-19T08:17:46.614" v="296" actId="14100"/>
        <pc:sldMkLst>
          <pc:docMk/>
          <pc:sldMk cId="3841038344" sldId="299"/>
        </pc:sldMkLst>
        <pc:spChg chg="mod">
          <ac:chgData name="周 耀阳" userId="6260573ca82bfa6b" providerId="LiveId" clId="{28A5EF4F-DC6A-461A-AD7F-919E46E03D2E}" dt="2021-07-19T08:17:46.614" v="296" actId="14100"/>
          <ac:spMkLst>
            <pc:docMk/>
            <pc:sldMk cId="3841038344" sldId="299"/>
            <ac:spMk id="2" creationId="{AE950F82-1671-47B8-801B-005548ABEED8}"/>
          </ac:spMkLst>
        </pc:spChg>
        <pc:spChg chg="mod">
          <ac:chgData name="周 耀阳" userId="6260573ca82bfa6b" providerId="LiveId" clId="{28A5EF4F-DC6A-461A-AD7F-919E46E03D2E}" dt="2021-07-19T08:04:19.499" v="96"/>
          <ac:spMkLst>
            <pc:docMk/>
            <pc:sldMk cId="3841038344" sldId="299"/>
            <ac:spMk id="3" creationId="{F032D339-A574-4A24-8B78-1D9665E74D5D}"/>
          </ac:spMkLst>
        </pc:spChg>
      </pc:sldChg>
      <pc:sldChg chg="modSp">
        <pc:chgData name="周 耀阳" userId="6260573ca82bfa6b" providerId="LiveId" clId="{28A5EF4F-DC6A-461A-AD7F-919E46E03D2E}" dt="2021-07-19T08:04:19.499" v="96"/>
        <pc:sldMkLst>
          <pc:docMk/>
          <pc:sldMk cId="701148400" sldId="300"/>
        </pc:sldMkLst>
        <pc:spChg chg="mod">
          <ac:chgData name="周 耀阳" userId="6260573ca82bfa6b" providerId="LiveId" clId="{28A5EF4F-DC6A-461A-AD7F-919E46E03D2E}" dt="2021-07-19T08:04:19.499" v="96"/>
          <ac:spMkLst>
            <pc:docMk/>
            <pc:sldMk cId="701148400" sldId="300"/>
            <ac:spMk id="2" creationId="{A87E3737-6CA2-4D84-A21A-CE5AA7BAB171}"/>
          </ac:spMkLst>
        </pc:spChg>
        <pc:spChg chg="mod">
          <ac:chgData name="周 耀阳" userId="6260573ca82bfa6b" providerId="LiveId" clId="{28A5EF4F-DC6A-461A-AD7F-919E46E03D2E}" dt="2021-07-19T08:04:19.499" v="96"/>
          <ac:spMkLst>
            <pc:docMk/>
            <pc:sldMk cId="701148400" sldId="300"/>
            <ac:spMk id="3" creationId="{475CC05D-F3B3-4BC6-AD20-3C8D44667659}"/>
          </ac:spMkLst>
        </pc:spChg>
      </pc:sldChg>
      <pc:sldChg chg="modSp mod">
        <pc:chgData name="周 耀阳" userId="6260573ca82bfa6b" providerId="LiveId" clId="{28A5EF4F-DC6A-461A-AD7F-919E46E03D2E}" dt="2021-07-19T08:07:45.793" v="136" actId="27636"/>
        <pc:sldMkLst>
          <pc:docMk/>
          <pc:sldMk cId="1471577390" sldId="301"/>
        </pc:sldMkLst>
        <pc:spChg chg="mod">
          <ac:chgData name="周 耀阳" userId="6260573ca82bfa6b" providerId="LiveId" clId="{28A5EF4F-DC6A-461A-AD7F-919E46E03D2E}" dt="2021-07-19T08:07:45.793" v="136" actId="27636"/>
          <ac:spMkLst>
            <pc:docMk/>
            <pc:sldMk cId="1471577390" sldId="301"/>
            <ac:spMk id="2" creationId="{EE473B28-8F20-46A9-8ED6-9B6200EBDC51}"/>
          </ac:spMkLst>
        </pc:spChg>
      </pc:sldChg>
      <pc:sldChg chg="modSp">
        <pc:chgData name="周 耀阳" userId="6260573ca82bfa6b" providerId="LiveId" clId="{28A5EF4F-DC6A-461A-AD7F-919E46E03D2E}" dt="2021-07-19T08:04:19.499" v="96"/>
        <pc:sldMkLst>
          <pc:docMk/>
          <pc:sldMk cId="1236536502" sldId="302"/>
        </pc:sldMkLst>
        <pc:spChg chg="mod">
          <ac:chgData name="周 耀阳" userId="6260573ca82bfa6b" providerId="LiveId" clId="{28A5EF4F-DC6A-461A-AD7F-919E46E03D2E}" dt="2021-07-19T08:04:19.499" v="96"/>
          <ac:spMkLst>
            <pc:docMk/>
            <pc:sldMk cId="1236536502" sldId="302"/>
            <ac:spMk id="2" creationId="{B4058B5F-A8D1-466E-BC91-458D29C23C40}"/>
          </ac:spMkLst>
        </pc:spChg>
      </pc:sldChg>
      <pc:sldChg chg="modSp">
        <pc:chgData name="周 耀阳" userId="6260573ca82bfa6b" providerId="LiveId" clId="{28A5EF4F-DC6A-461A-AD7F-919E46E03D2E}" dt="2021-07-19T08:04:19.499" v="96"/>
        <pc:sldMkLst>
          <pc:docMk/>
          <pc:sldMk cId="2836022906" sldId="303"/>
        </pc:sldMkLst>
        <pc:spChg chg="mod">
          <ac:chgData name="周 耀阳" userId="6260573ca82bfa6b" providerId="LiveId" clId="{28A5EF4F-DC6A-461A-AD7F-919E46E03D2E}" dt="2021-07-19T08:04:19.499" v="96"/>
          <ac:spMkLst>
            <pc:docMk/>
            <pc:sldMk cId="2836022906" sldId="303"/>
            <ac:spMk id="2" creationId="{A5BBE5AB-6B79-4EAF-AC97-293213920416}"/>
          </ac:spMkLst>
        </pc:spChg>
      </pc:sldChg>
      <pc:sldChg chg="modSp mod">
        <pc:chgData name="周 耀阳" userId="6260573ca82bfa6b" providerId="LiveId" clId="{28A5EF4F-DC6A-461A-AD7F-919E46E03D2E}" dt="2021-07-19T08:04:19.499" v="96"/>
        <pc:sldMkLst>
          <pc:docMk/>
          <pc:sldMk cId="2858164799" sldId="304"/>
        </pc:sldMkLst>
        <pc:spChg chg="mod">
          <ac:chgData name="周 耀阳" userId="6260573ca82bfa6b" providerId="LiveId" clId="{28A5EF4F-DC6A-461A-AD7F-919E46E03D2E}" dt="2021-07-19T08:04:19.499" v="96"/>
          <ac:spMkLst>
            <pc:docMk/>
            <pc:sldMk cId="2858164799" sldId="304"/>
            <ac:spMk id="2" creationId="{EE0A6BC1-8B51-428B-AD68-59349D21DD1C}"/>
          </ac:spMkLst>
        </pc:spChg>
        <pc:spChg chg="mod">
          <ac:chgData name="周 耀阳" userId="6260573ca82bfa6b" providerId="LiveId" clId="{28A5EF4F-DC6A-461A-AD7F-919E46E03D2E}" dt="2021-07-19T08:04:19.499" v="96"/>
          <ac:spMkLst>
            <pc:docMk/>
            <pc:sldMk cId="2858164799" sldId="304"/>
            <ac:spMk id="3" creationId="{68A7179B-B1A9-43DA-98F5-201E6A8805ED}"/>
          </ac:spMkLst>
        </pc:spChg>
      </pc:sldChg>
      <pc:sldChg chg="modSp mod">
        <pc:chgData name="周 耀阳" userId="6260573ca82bfa6b" providerId="LiveId" clId="{28A5EF4F-DC6A-461A-AD7F-919E46E03D2E}" dt="2021-07-19T08:17:37.355" v="295" actId="14100"/>
        <pc:sldMkLst>
          <pc:docMk/>
          <pc:sldMk cId="3053852877" sldId="305"/>
        </pc:sldMkLst>
        <pc:spChg chg="mod">
          <ac:chgData name="周 耀阳" userId="6260573ca82bfa6b" providerId="LiveId" clId="{28A5EF4F-DC6A-461A-AD7F-919E46E03D2E}" dt="2021-07-19T08:17:37.355" v="295" actId="14100"/>
          <ac:spMkLst>
            <pc:docMk/>
            <pc:sldMk cId="3053852877" sldId="305"/>
            <ac:spMk id="2" creationId="{AE950F82-1671-47B8-801B-005548ABEED8}"/>
          </ac:spMkLst>
        </pc:spChg>
        <pc:spChg chg="mod">
          <ac:chgData name="周 耀阳" userId="6260573ca82bfa6b" providerId="LiveId" clId="{28A5EF4F-DC6A-461A-AD7F-919E46E03D2E}" dt="2021-07-19T08:04:19.499" v="96"/>
          <ac:spMkLst>
            <pc:docMk/>
            <pc:sldMk cId="3053852877" sldId="305"/>
            <ac:spMk id="3" creationId="{F032D339-A574-4A24-8B78-1D9665E74D5D}"/>
          </ac:spMkLst>
        </pc:spChg>
      </pc:sldChg>
      <pc:sldChg chg="modSp">
        <pc:chgData name="周 耀阳" userId="6260573ca82bfa6b" providerId="LiveId" clId="{28A5EF4F-DC6A-461A-AD7F-919E46E03D2E}" dt="2021-07-19T08:04:19.499" v="96"/>
        <pc:sldMkLst>
          <pc:docMk/>
          <pc:sldMk cId="3591458383" sldId="306"/>
        </pc:sldMkLst>
        <pc:spChg chg="mod">
          <ac:chgData name="周 耀阳" userId="6260573ca82bfa6b" providerId="LiveId" clId="{28A5EF4F-DC6A-461A-AD7F-919E46E03D2E}" dt="2021-07-19T08:04:19.499" v="96"/>
          <ac:spMkLst>
            <pc:docMk/>
            <pc:sldMk cId="3591458383" sldId="306"/>
            <ac:spMk id="2" creationId="{02F77576-4FD8-4D9A-9225-EB3636071B0F}"/>
          </ac:spMkLst>
        </pc:spChg>
        <pc:spChg chg="mod">
          <ac:chgData name="周 耀阳" userId="6260573ca82bfa6b" providerId="LiveId" clId="{28A5EF4F-DC6A-461A-AD7F-919E46E03D2E}" dt="2021-07-19T08:04:19.499" v="96"/>
          <ac:spMkLst>
            <pc:docMk/>
            <pc:sldMk cId="3591458383" sldId="306"/>
            <ac:spMk id="3" creationId="{DFAC7362-DD68-4834-8A35-A7FC9254438E}"/>
          </ac:spMkLst>
        </pc:spChg>
      </pc:sldChg>
      <pc:sldMasterChg chg="modSp mod modSldLayout">
        <pc:chgData name="周 耀阳" userId="6260573ca82bfa6b" providerId="LiveId" clId="{28A5EF4F-DC6A-461A-AD7F-919E46E03D2E}" dt="2021-07-19T08:22:05.836" v="347"/>
        <pc:sldMasterMkLst>
          <pc:docMk/>
          <pc:sldMasterMk cId="2565862569" sldId="2147483666"/>
        </pc:sldMasterMkLst>
        <pc:spChg chg="mod">
          <ac:chgData name="周 耀阳" userId="6260573ca82bfa6b" providerId="LiveId" clId="{28A5EF4F-DC6A-461A-AD7F-919E46E03D2E}" dt="2021-07-19T08:12:13.569" v="271" actId="2711"/>
          <ac:spMkLst>
            <pc:docMk/>
            <pc:sldMasterMk cId="2565862569" sldId="2147483666"/>
            <ac:spMk id="1026" creationId="{00000000-0000-0000-0000-000000000000}"/>
          </ac:spMkLst>
        </pc:spChg>
        <pc:spChg chg="mod">
          <ac:chgData name="周 耀阳" userId="6260573ca82bfa6b" providerId="LiveId" clId="{28A5EF4F-DC6A-461A-AD7F-919E46E03D2E}" dt="2021-07-19T08:12:11.294" v="270" actId="2711"/>
          <ac:spMkLst>
            <pc:docMk/>
            <pc:sldMasterMk cId="2565862569" sldId="2147483666"/>
            <ac:spMk id="1027" creationId="{00000000-0000-0000-0000-000000000000}"/>
          </ac:spMkLst>
        </pc:spChg>
        <pc:sldLayoutChg chg="addSp modSp mod">
          <pc:chgData name="周 耀阳" userId="6260573ca82bfa6b" providerId="LiveId" clId="{28A5EF4F-DC6A-461A-AD7F-919E46E03D2E}" dt="2021-07-19T08:22:05.836" v="347"/>
          <pc:sldLayoutMkLst>
            <pc:docMk/>
            <pc:sldMasterMk cId="2565862569" sldId="2147483666"/>
            <pc:sldLayoutMk cId="1811395747" sldId="2147483667"/>
          </pc:sldLayoutMkLst>
          <pc:spChg chg="mod">
            <ac:chgData name="周 耀阳" userId="6260573ca82bfa6b" providerId="LiveId" clId="{28A5EF4F-DC6A-461A-AD7F-919E46E03D2E}" dt="2021-07-19T08:19:07.090" v="317" actId="2711"/>
            <ac:spMkLst>
              <pc:docMk/>
              <pc:sldMasterMk cId="2565862569" sldId="2147483666"/>
              <pc:sldLayoutMk cId="1811395747" sldId="2147483667"/>
              <ac:spMk id="9" creationId="{00000000-0000-0000-0000-000000000000}"/>
            </ac:spMkLst>
          </pc:spChg>
          <pc:spChg chg="add mod">
            <ac:chgData name="周 耀阳" userId="6260573ca82bfa6b" providerId="LiveId" clId="{28A5EF4F-DC6A-461A-AD7F-919E46E03D2E}" dt="2021-07-19T08:22:05.836" v="347"/>
            <ac:spMkLst>
              <pc:docMk/>
              <pc:sldMasterMk cId="2565862569" sldId="2147483666"/>
              <pc:sldLayoutMk cId="1811395747" sldId="2147483667"/>
              <ac:spMk id="11" creationId="{E5A9E295-B721-418A-9457-DEBA6E3F8950}"/>
            </ac:spMkLst>
          </pc:spChg>
        </pc:sldLayoutChg>
        <pc:sldLayoutChg chg="addSp modSp mod">
          <pc:chgData name="周 耀阳" userId="6260573ca82bfa6b" providerId="LiveId" clId="{28A5EF4F-DC6A-461A-AD7F-919E46E03D2E}" dt="2021-07-19T08:21:56.284" v="346"/>
          <pc:sldLayoutMkLst>
            <pc:docMk/>
            <pc:sldMasterMk cId="2565862569" sldId="2147483666"/>
            <pc:sldLayoutMk cId="1676430805" sldId="2147483668"/>
          </pc:sldLayoutMkLst>
          <pc:spChg chg="mod">
            <ac:chgData name="周 耀阳" userId="6260573ca82bfa6b" providerId="LiveId" clId="{28A5EF4F-DC6A-461A-AD7F-919E46E03D2E}" dt="2021-07-19T08:09:24.362" v="150" actId="2711"/>
            <ac:spMkLst>
              <pc:docMk/>
              <pc:sldMasterMk cId="2565862569" sldId="2147483666"/>
              <pc:sldLayoutMk cId="1676430805" sldId="2147483668"/>
              <ac:spMk id="2" creationId="{00000000-0000-0000-0000-000000000000}"/>
            </ac:spMkLst>
          </pc:spChg>
          <pc:spChg chg="mod">
            <ac:chgData name="周 耀阳" userId="6260573ca82bfa6b" providerId="LiveId" clId="{28A5EF4F-DC6A-461A-AD7F-919E46E03D2E}" dt="2021-07-19T08:09:36.915" v="157" actId="2711"/>
            <ac:spMkLst>
              <pc:docMk/>
              <pc:sldMasterMk cId="2565862569" sldId="2147483666"/>
              <pc:sldLayoutMk cId="1676430805" sldId="2147483668"/>
              <ac:spMk id="3" creationId="{00000000-0000-0000-0000-000000000000}"/>
            </ac:spMkLst>
          </pc:spChg>
          <pc:spChg chg="mod">
            <ac:chgData name="周 耀阳" userId="6260573ca82bfa6b" providerId="LiveId" clId="{28A5EF4F-DC6A-461A-AD7F-919E46E03D2E}" dt="2021-07-19T08:19:01.147" v="316" actId="2711"/>
            <ac:spMkLst>
              <pc:docMk/>
              <pc:sldMasterMk cId="2565862569" sldId="2147483666"/>
              <pc:sldLayoutMk cId="1676430805" sldId="2147483668"/>
              <ac:spMk id="9" creationId="{00000000-0000-0000-0000-000000000000}"/>
            </ac:spMkLst>
          </pc:spChg>
          <pc:spChg chg="add mod">
            <ac:chgData name="周 耀阳" userId="6260573ca82bfa6b" providerId="LiveId" clId="{28A5EF4F-DC6A-461A-AD7F-919E46E03D2E}" dt="2021-07-19T08:21:56.284" v="346"/>
            <ac:spMkLst>
              <pc:docMk/>
              <pc:sldMasterMk cId="2565862569" sldId="2147483666"/>
              <pc:sldLayoutMk cId="1676430805" sldId="2147483668"/>
              <ac:spMk id="11" creationId="{7B06B795-9676-4266-B466-D9878789B66F}"/>
            </ac:spMkLst>
          </pc:spChg>
        </pc:sldLayoutChg>
        <pc:sldLayoutChg chg="modSp mod">
          <pc:chgData name="周 耀阳" userId="6260573ca82bfa6b" providerId="LiveId" clId="{28A5EF4F-DC6A-461A-AD7F-919E46E03D2E}" dt="2021-07-19T08:19:49.114" v="331" actId="2711"/>
          <pc:sldLayoutMkLst>
            <pc:docMk/>
            <pc:sldMasterMk cId="2565862569" sldId="2147483666"/>
            <pc:sldLayoutMk cId="622015646" sldId="2147483669"/>
          </pc:sldLayoutMkLst>
          <pc:spChg chg="mod">
            <ac:chgData name="周 耀阳" userId="6260573ca82bfa6b" providerId="LiveId" clId="{28A5EF4F-DC6A-461A-AD7F-919E46E03D2E}" dt="2021-07-19T08:09:43.106" v="166" actId="2711"/>
            <ac:spMkLst>
              <pc:docMk/>
              <pc:sldMasterMk cId="2565862569" sldId="2147483666"/>
              <pc:sldLayoutMk cId="622015646" sldId="2147483669"/>
              <ac:spMk id="2" creationId="{00000000-0000-0000-0000-000000000000}"/>
            </ac:spMkLst>
          </pc:spChg>
          <pc:spChg chg="mod">
            <ac:chgData name="周 耀阳" userId="6260573ca82bfa6b" providerId="LiveId" clId="{28A5EF4F-DC6A-461A-AD7F-919E46E03D2E}" dt="2021-07-19T08:09:48.995" v="172" actId="2711"/>
            <ac:spMkLst>
              <pc:docMk/>
              <pc:sldMasterMk cId="2565862569" sldId="2147483666"/>
              <pc:sldLayoutMk cId="622015646" sldId="2147483669"/>
              <ac:spMk id="3" creationId="{00000000-0000-0000-0000-000000000000}"/>
            </ac:spMkLst>
          </pc:spChg>
          <pc:spChg chg="mod">
            <ac:chgData name="周 耀阳" userId="6260573ca82bfa6b" providerId="LiveId" clId="{28A5EF4F-DC6A-461A-AD7F-919E46E03D2E}" dt="2021-07-19T08:09:54.378" v="177" actId="2711"/>
            <ac:spMkLst>
              <pc:docMk/>
              <pc:sldMasterMk cId="2565862569" sldId="2147483666"/>
              <pc:sldLayoutMk cId="622015646" sldId="2147483669"/>
              <ac:spMk id="4" creationId="{00000000-0000-0000-0000-000000000000}"/>
            </ac:spMkLst>
          </pc:spChg>
          <pc:spChg chg="mod">
            <ac:chgData name="周 耀阳" userId="6260573ca82bfa6b" providerId="LiveId" clId="{28A5EF4F-DC6A-461A-AD7F-919E46E03D2E}" dt="2021-07-19T08:19:49.114" v="331" actId="2711"/>
            <ac:spMkLst>
              <pc:docMk/>
              <pc:sldMasterMk cId="2565862569" sldId="2147483666"/>
              <pc:sldLayoutMk cId="622015646" sldId="2147483669"/>
              <ac:spMk id="10" creationId="{00000000-0000-0000-0000-000000000000}"/>
            </ac:spMkLst>
          </pc:spChg>
        </pc:sldLayoutChg>
        <pc:sldLayoutChg chg="modSp mod">
          <pc:chgData name="周 耀阳" userId="6260573ca82bfa6b" providerId="LiveId" clId="{28A5EF4F-DC6A-461A-AD7F-919E46E03D2E}" dt="2021-07-19T08:20:01.011" v="332" actId="2711"/>
          <pc:sldLayoutMkLst>
            <pc:docMk/>
            <pc:sldMasterMk cId="2565862569" sldId="2147483666"/>
            <pc:sldLayoutMk cId="4244678491" sldId="2147483670"/>
          </pc:sldLayoutMkLst>
          <pc:spChg chg="mod">
            <ac:chgData name="周 耀阳" userId="6260573ca82bfa6b" providerId="LiveId" clId="{28A5EF4F-DC6A-461A-AD7F-919E46E03D2E}" dt="2021-07-19T08:10:00.025" v="182" actId="2711"/>
            <ac:spMkLst>
              <pc:docMk/>
              <pc:sldMasterMk cId="2565862569" sldId="2147483666"/>
              <pc:sldLayoutMk cId="4244678491" sldId="2147483670"/>
              <ac:spMk id="2" creationId="{00000000-0000-0000-0000-000000000000}"/>
            </ac:spMkLst>
          </pc:spChg>
          <pc:spChg chg="mod">
            <ac:chgData name="周 耀阳" userId="6260573ca82bfa6b" providerId="LiveId" clId="{28A5EF4F-DC6A-461A-AD7F-919E46E03D2E}" dt="2021-07-19T08:10:04.433" v="187" actId="2711"/>
            <ac:spMkLst>
              <pc:docMk/>
              <pc:sldMasterMk cId="2565862569" sldId="2147483666"/>
              <pc:sldLayoutMk cId="4244678491" sldId="2147483670"/>
              <ac:spMk id="3" creationId="{00000000-0000-0000-0000-000000000000}"/>
            </ac:spMkLst>
          </pc:spChg>
          <pc:spChg chg="mod">
            <ac:chgData name="周 耀阳" userId="6260573ca82bfa6b" providerId="LiveId" clId="{28A5EF4F-DC6A-461A-AD7F-919E46E03D2E}" dt="2021-07-19T08:10:19.586" v="201" actId="2711"/>
            <ac:spMkLst>
              <pc:docMk/>
              <pc:sldMasterMk cId="2565862569" sldId="2147483666"/>
              <pc:sldLayoutMk cId="4244678491" sldId="2147483670"/>
              <ac:spMk id="4" creationId="{00000000-0000-0000-0000-000000000000}"/>
            </ac:spMkLst>
          </pc:spChg>
          <pc:spChg chg="mod">
            <ac:chgData name="周 耀阳" userId="6260573ca82bfa6b" providerId="LiveId" clId="{28A5EF4F-DC6A-461A-AD7F-919E46E03D2E}" dt="2021-07-19T08:10:10.554" v="194" actId="2711"/>
            <ac:spMkLst>
              <pc:docMk/>
              <pc:sldMasterMk cId="2565862569" sldId="2147483666"/>
              <pc:sldLayoutMk cId="4244678491" sldId="2147483670"/>
              <ac:spMk id="5" creationId="{00000000-0000-0000-0000-000000000000}"/>
            </ac:spMkLst>
          </pc:spChg>
          <pc:spChg chg="mod">
            <ac:chgData name="周 耀阳" userId="6260573ca82bfa6b" providerId="LiveId" clId="{28A5EF4F-DC6A-461A-AD7F-919E46E03D2E}" dt="2021-07-19T08:10:25.730" v="206" actId="2711"/>
            <ac:spMkLst>
              <pc:docMk/>
              <pc:sldMasterMk cId="2565862569" sldId="2147483666"/>
              <pc:sldLayoutMk cId="4244678491" sldId="2147483670"/>
              <ac:spMk id="6" creationId="{00000000-0000-0000-0000-000000000000}"/>
            </ac:spMkLst>
          </pc:spChg>
          <pc:spChg chg="mod">
            <ac:chgData name="周 耀阳" userId="6260573ca82bfa6b" providerId="LiveId" clId="{28A5EF4F-DC6A-461A-AD7F-919E46E03D2E}" dt="2021-07-19T08:19:13.554" v="319" actId="20577"/>
            <ac:spMkLst>
              <pc:docMk/>
              <pc:sldMasterMk cId="2565862569" sldId="2147483666"/>
              <pc:sldLayoutMk cId="4244678491" sldId="2147483670"/>
              <ac:spMk id="7" creationId="{00000000-0000-0000-0000-000000000000}"/>
            </ac:spMkLst>
          </pc:spChg>
          <pc:spChg chg="mod">
            <ac:chgData name="周 耀阳" userId="6260573ca82bfa6b" providerId="LiveId" clId="{28A5EF4F-DC6A-461A-AD7F-919E46E03D2E}" dt="2021-07-19T08:20:01.011" v="332" actId="2711"/>
            <ac:spMkLst>
              <pc:docMk/>
              <pc:sldMasterMk cId="2565862569" sldId="2147483666"/>
              <pc:sldLayoutMk cId="4244678491" sldId="2147483670"/>
              <ac:spMk id="10" creationId="{00000000-0000-0000-0000-000000000000}"/>
            </ac:spMkLst>
          </pc:spChg>
          <pc:spChg chg="mod">
            <ac:chgData name="周 耀阳" userId="6260573ca82bfa6b" providerId="LiveId" clId="{28A5EF4F-DC6A-461A-AD7F-919E46E03D2E}" dt="2021-07-19T08:18:53.380" v="314" actId="2711"/>
            <ac:spMkLst>
              <pc:docMk/>
              <pc:sldMasterMk cId="2565862569" sldId="2147483666"/>
              <pc:sldLayoutMk cId="4244678491" sldId="2147483670"/>
              <ac:spMk id="12" creationId="{00000000-0000-0000-0000-000000000000}"/>
            </ac:spMkLst>
          </pc:spChg>
        </pc:sldLayoutChg>
        <pc:sldLayoutChg chg="modSp mod">
          <pc:chgData name="周 耀阳" userId="6260573ca82bfa6b" providerId="LiveId" clId="{28A5EF4F-DC6A-461A-AD7F-919E46E03D2E}" dt="2021-07-19T08:20:14.306" v="333" actId="2711"/>
          <pc:sldLayoutMkLst>
            <pc:docMk/>
            <pc:sldMasterMk cId="2565862569" sldId="2147483666"/>
            <pc:sldLayoutMk cId="2600528412" sldId="2147483671"/>
          </pc:sldLayoutMkLst>
          <pc:spChg chg="mod">
            <ac:chgData name="周 耀阳" userId="6260573ca82bfa6b" providerId="LiveId" clId="{28A5EF4F-DC6A-461A-AD7F-919E46E03D2E}" dt="2021-07-19T08:10:34.666" v="213" actId="2711"/>
            <ac:spMkLst>
              <pc:docMk/>
              <pc:sldMasterMk cId="2565862569" sldId="2147483666"/>
              <pc:sldLayoutMk cId="2600528412" sldId="2147483671"/>
              <ac:spMk id="2" creationId="{00000000-0000-0000-0000-000000000000}"/>
            </ac:spMkLst>
          </pc:spChg>
          <pc:spChg chg="mod">
            <ac:chgData name="周 耀阳" userId="6260573ca82bfa6b" providerId="LiveId" clId="{28A5EF4F-DC6A-461A-AD7F-919E46E03D2E}" dt="2021-07-19T08:19:27.611" v="330" actId="2711"/>
            <ac:spMkLst>
              <pc:docMk/>
              <pc:sldMasterMk cId="2565862569" sldId="2147483666"/>
              <pc:sldLayoutMk cId="2600528412" sldId="2147483671"/>
              <ac:spMk id="8" creationId="{00000000-0000-0000-0000-000000000000}"/>
            </ac:spMkLst>
          </pc:spChg>
          <pc:spChg chg="mod">
            <ac:chgData name="周 耀阳" userId="6260573ca82bfa6b" providerId="LiveId" clId="{28A5EF4F-DC6A-461A-AD7F-919E46E03D2E}" dt="2021-07-19T08:20:14.306" v="333" actId="2711"/>
            <ac:spMkLst>
              <pc:docMk/>
              <pc:sldMasterMk cId="2565862569" sldId="2147483666"/>
              <pc:sldLayoutMk cId="2600528412" sldId="2147483671"/>
              <ac:spMk id="12" creationId="{00000000-0000-0000-0000-000000000000}"/>
            </ac:spMkLst>
          </pc:spChg>
        </pc:sldLayoutChg>
        <pc:sldLayoutChg chg="modSp mod">
          <pc:chgData name="周 耀阳" userId="6260573ca82bfa6b" providerId="LiveId" clId="{28A5EF4F-DC6A-461A-AD7F-919E46E03D2E}" dt="2021-07-19T08:20:32.787" v="345" actId="2711"/>
          <pc:sldLayoutMkLst>
            <pc:docMk/>
            <pc:sldMasterMk cId="2565862569" sldId="2147483666"/>
            <pc:sldLayoutMk cId="2486007712" sldId="2147483672"/>
          </pc:sldLayoutMkLst>
          <pc:spChg chg="mod">
            <ac:chgData name="周 耀阳" userId="6260573ca82bfa6b" providerId="LiveId" clId="{28A5EF4F-DC6A-461A-AD7F-919E46E03D2E}" dt="2021-07-19T08:20:32.787" v="345" actId="2711"/>
            <ac:spMkLst>
              <pc:docMk/>
              <pc:sldMasterMk cId="2565862569" sldId="2147483666"/>
              <pc:sldLayoutMk cId="2486007712" sldId="2147483672"/>
              <ac:spMk id="6" creationId="{00000000-0000-0000-0000-000000000000}"/>
            </ac:spMkLst>
          </pc:spChg>
          <pc:spChg chg="mod">
            <ac:chgData name="周 耀阳" userId="6260573ca82bfa6b" providerId="LiveId" clId="{28A5EF4F-DC6A-461A-AD7F-919E46E03D2E}" dt="2021-07-19T08:20:21.091" v="334" actId="2711"/>
            <ac:spMkLst>
              <pc:docMk/>
              <pc:sldMasterMk cId="2565862569" sldId="2147483666"/>
              <pc:sldLayoutMk cId="2486007712" sldId="2147483672"/>
              <ac:spMk id="10" creationId="{00000000-0000-0000-0000-000000000000}"/>
            </ac:spMkLst>
          </pc:spChg>
        </pc:sldLayoutChg>
        <pc:sldLayoutChg chg="modSp mod">
          <pc:chgData name="周 耀阳" userId="6260573ca82bfa6b" providerId="LiveId" clId="{28A5EF4F-DC6A-461A-AD7F-919E46E03D2E}" dt="2021-07-19T08:11:06.539" v="234" actId="2711"/>
          <pc:sldLayoutMkLst>
            <pc:docMk/>
            <pc:sldMasterMk cId="2565862569" sldId="2147483666"/>
            <pc:sldLayoutMk cId="792153007" sldId="2147483673"/>
          </pc:sldLayoutMkLst>
          <pc:spChg chg="mod">
            <ac:chgData name="周 耀阳" userId="6260573ca82bfa6b" providerId="LiveId" clId="{28A5EF4F-DC6A-461A-AD7F-919E46E03D2E}" dt="2021-07-19T08:10:54.738" v="222" actId="2711"/>
            <ac:spMkLst>
              <pc:docMk/>
              <pc:sldMasterMk cId="2565862569" sldId="2147483666"/>
              <pc:sldLayoutMk cId="792153007" sldId="2147483673"/>
              <ac:spMk id="2" creationId="{00000000-0000-0000-0000-000000000000}"/>
            </ac:spMkLst>
          </pc:spChg>
          <pc:spChg chg="mod">
            <ac:chgData name="周 耀阳" userId="6260573ca82bfa6b" providerId="LiveId" clId="{28A5EF4F-DC6A-461A-AD7F-919E46E03D2E}" dt="2021-07-19T08:11:06.539" v="234" actId="2711"/>
            <ac:spMkLst>
              <pc:docMk/>
              <pc:sldMasterMk cId="2565862569" sldId="2147483666"/>
              <pc:sldLayoutMk cId="792153007" sldId="2147483673"/>
              <ac:spMk id="3" creationId="{00000000-0000-0000-0000-000000000000}"/>
            </ac:spMkLst>
          </pc:spChg>
          <pc:spChg chg="mod">
            <ac:chgData name="周 耀阳" userId="6260573ca82bfa6b" providerId="LiveId" clId="{28A5EF4F-DC6A-461A-AD7F-919E46E03D2E}" dt="2021-07-19T08:11:00.866" v="227" actId="2711"/>
            <ac:spMkLst>
              <pc:docMk/>
              <pc:sldMasterMk cId="2565862569" sldId="2147483666"/>
              <pc:sldLayoutMk cId="792153007" sldId="2147483673"/>
              <ac:spMk id="4" creationId="{00000000-0000-0000-0000-000000000000}"/>
            </ac:spMkLst>
          </pc:spChg>
        </pc:sldLayoutChg>
        <pc:sldLayoutChg chg="modSp mod">
          <pc:chgData name="周 耀阳" userId="6260573ca82bfa6b" providerId="LiveId" clId="{28A5EF4F-DC6A-461A-AD7F-919E46E03D2E}" dt="2021-07-19T08:11:21.619" v="248" actId="2711"/>
          <pc:sldLayoutMkLst>
            <pc:docMk/>
            <pc:sldMasterMk cId="2565862569" sldId="2147483666"/>
            <pc:sldLayoutMk cId="1876707540" sldId="2147483674"/>
          </pc:sldLayoutMkLst>
          <pc:spChg chg="mod">
            <ac:chgData name="周 耀阳" userId="6260573ca82bfa6b" providerId="LiveId" clId="{28A5EF4F-DC6A-461A-AD7F-919E46E03D2E}" dt="2021-07-19T08:11:15.354" v="239" actId="2711"/>
            <ac:spMkLst>
              <pc:docMk/>
              <pc:sldMasterMk cId="2565862569" sldId="2147483666"/>
              <pc:sldLayoutMk cId="1876707540" sldId="2147483674"/>
              <ac:spMk id="2" creationId="{00000000-0000-0000-0000-000000000000}"/>
            </ac:spMkLst>
          </pc:spChg>
          <pc:spChg chg="mod">
            <ac:chgData name="周 耀阳" userId="6260573ca82bfa6b" providerId="LiveId" clId="{28A5EF4F-DC6A-461A-AD7F-919E46E03D2E}" dt="2021-07-19T08:11:21.619" v="248" actId="2711"/>
            <ac:spMkLst>
              <pc:docMk/>
              <pc:sldMasterMk cId="2565862569" sldId="2147483666"/>
              <pc:sldLayoutMk cId="1876707540" sldId="2147483674"/>
              <ac:spMk id="4" creationId="{00000000-0000-0000-0000-000000000000}"/>
            </ac:spMkLst>
          </pc:spChg>
        </pc:sldLayoutChg>
        <pc:sldLayoutChg chg="addSp delSp modSp mod">
          <pc:chgData name="周 耀阳" userId="6260573ca82bfa6b" providerId="LiveId" clId="{28A5EF4F-DC6A-461A-AD7F-919E46E03D2E}" dt="2021-07-19T08:16:56.048" v="294" actId="207"/>
          <pc:sldLayoutMkLst>
            <pc:docMk/>
            <pc:sldMasterMk cId="2565862569" sldId="2147483666"/>
            <pc:sldLayoutMk cId="492324920" sldId="2147483677"/>
          </pc:sldLayoutMkLst>
          <pc:spChg chg="add mod">
            <ac:chgData name="周 耀阳" userId="6260573ca82bfa6b" providerId="LiveId" clId="{28A5EF4F-DC6A-461A-AD7F-919E46E03D2E}" dt="2021-07-19T08:16:48.574" v="292" actId="14100"/>
            <ac:spMkLst>
              <pc:docMk/>
              <pc:sldMasterMk cId="2565862569" sldId="2147483666"/>
              <pc:sldLayoutMk cId="492324920" sldId="2147483677"/>
              <ac:spMk id="4" creationId="{B60494B0-709B-4E1C-AFCF-D36C245E4661}"/>
            </ac:spMkLst>
          </pc:spChg>
          <pc:spChg chg="del">
            <ac:chgData name="周 耀阳" userId="6260573ca82bfa6b" providerId="LiveId" clId="{28A5EF4F-DC6A-461A-AD7F-919E46E03D2E}" dt="2021-07-19T08:04:19.499" v="96"/>
            <ac:spMkLst>
              <pc:docMk/>
              <pc:sldMasterMk cId="2565862569" sldId="2147483666"/>
              <pc:sldLayoutMk cId="492324920" sldId="2147483677"/>
              <ac:spMk id="5" creationId="{00000000-0000-0000-0000-000000000000}"/>
            </ac:spMkLst>
          </pc:spChg>
          <pc:spChg chg="mod ord">
            <ac:chgData name="周 耀阳" userId="6260573ca82bfa6b" providerId="LiveId" clId="{28A5EF4F-DC6A-461A-AD7F-919E46E03D2E}" dt="2021-07-19T08:16:56.048" v="294" actId="207"/>
            <ac:spMkLst>
              <pc:docMk/>
              <pc:sldMasterMk cId="2565862569" sldId="2147483666"/>
              <pc:sldLayoutMk cId="492324920" sldId="2147483677"/>
              <ac:spMk id="32771" creationId="{00000000-0000-0000-0000-000000000000}"/>
            </ac:spMkLst>
          </pc:spChg>
          <pc:spChg chg="mod">
            <ac:chgData name="周 耀阳" userId="6260573ca82bfa6b" providerId="LiveId" clId="{28A5EF4F-DC6A-461A-AD7F-919E46E03D2E}" dt="2021-07-19T08:11:52.714" v="261" actId="20577"/>
            <ac:spMkLst>
              <pc:docMk/>
              <pc:sldMasterMk cId="2565862569" sldId="2147483666"/>
              <pc:sldLayoutMk cId="492324920" sldId="2147483677"/>
              <ac:spMk id="32772" creationId="{00000000-0000-0000-0000-000000000000}"/>
            </ac:spMkLst>
          </pc:spChg>
          <pc:grpChg chg="del">
            <ac:chgData name="周 耀阳" userId="6260573ca82bfa6b" providerId="LiveId" clId="{28A5EF4F-DC6A-461A-AD7F-919E46E03D2E}" dt="2021-07-19T08:04:19.499" v="96"/>
            <ac:grpSpMkLst>
              <pc:docMk/>
              <pc:sldMasterMk cId="2565862569" sldId="2147483666"/>
              <pc:sldLayoutMk cId="492324920" sldId="2147483677"/>
              <ac:grpSpMk id="15" creationId="{9D4B4524-B75E-4932-98F4-6CB81E95B579}"/>
            </ac:grpSpMkLst>
          </pc:grpChg>
          <pc:picChg chg="del">
            <ac:chgData name="周 耀阳" userId="6260573ca82bfa6b" providerId="LiveId" clId="{28A5EF4F-DC6A-461A-AD7F-919E46E03D2E}" dt="2021-07-19T08:04:19.499" v="96"/>
            <ac:picMkLst>
              <pc:docMk/>
              <pc:sldMasterMk cId="2565862569" sldId="2147483666"/>
              <pc:sldLayoutMk cId="492324920" sldId="2147483677"/>
              <ac:picMk id="2" creationId="{2F00615B-9FDE-4016-9CAA-E353B2EAF2FE}"/>
            </ac:picMkLst>
          </pc:picChg>
          <pc:picChg chg="del">
            <ac:chgData name="周 耀阳" userId="6260573ca82bfa6b" providerId="LiveId" clId="{28A5EF4F-DC6A-461A-AD7F-919E46E03D2E}" dt="2021-07-19T08:04:19.499" v="96"/>
            <ac:picMkLst>
              <pc:docMk/>
              <pc:sldMasterMk cId="2565862569" sldId="2147483666"/>
              <pc:sldLayoutMk cId="492324920" sldId="2147483677"/>
              <ac:picMk id="1026" creationId="{6C00FAFA-D83B-4AE0-8726-8256C2AA418D}"/>
            </ac:picMkLst>
          </pc:picChg>
        </pc:sldLayoutChg>
      </pc:sldMasterChg>
    </pc:docChg>
  </pc:docChgLst>
  <pc:docChgLst>
    <pc:chgData name="周 耀阳" userId="6260573ca82bfa6b" providerId="LiveId" clId="{5634339B-B9AC-4034-A199-9AB81C85832A}"/>
    <pc:docChg chg="undo custSel addSld delSld modSld sldOrd">
      <pc:chgData name="周 耀阳" userId="6260573ca82bfa6b" providerId="LiveId" clId="{5634339B-B9AC-4034-A199-9AB81C85832A}" dt="2021-05-12T03:31:28.012" v="1498" actId="20577"/>
      <pc:docMkLst>
        <pc:docMk/>
      </pc:docMkLst>
      <pc:sldChg chg="addSp delSp modSp">
        <pc:chgData name="周 耀阳" userId="6260573ca82bfa6b" providerId="LiveId" clId="{5634339B-B9AC-4034-A199-9AB81C85832A}" dt="2021-05-12T02:33:36.956" v="1434"/>
        <pc:sldMkLst>
          <pc:docMk/>
          <pc:sldMk cId="849436942" sldId="256"/>
        </pc:sldMkLst>
        <pc:spChg chg="mod">
          <ac:chgData name="周 耀阳" userId="6260573ca82bfa6b" providerId="LiveId" clId="{5634339B-B9AC-4034-A199-9AB81C85832A}" dt="2021-05-12T01:54:52.811" v="1412"/>
          <ac:spMkLst>
            <pc:docMk/>
            <pc:sldMk cId="849436942" sldId="256"/>
            <ac:spMk id="2" creationId="{2621932E-0E77-47A1-A9C1-6C8A4DE34465}"/>
          </ac:spMkLst>
        </pc:spChg>
        <pc:spChg chg="add del mod">
          <ac:chgData name="周 耀阳" userId="6260573ca82bfa6b" providerId="LiveId" clId="{5634339B-B9AC-4034-A199-9AB81C85832A}" dt="2021-05-12T02:33:36.956" v="1434"/>
          <ac:spMkLst>
            <pc:docMk/>
            <pc:sldMk cId="849436942" sldId="256"/>
            <ac:spMk id="5" creationId="{91876F05-1858-4448-ABC0-21DB21EEF1AE}"/>
          </ac:spMkLst>
        </pc:spChg>
        <pc:spChg chg="add del mod">
          <ac:chgData name="周 耀阳" userId="6260573ca82bfa6b" providerId="LiveId" clId="{5634339B-B9AC-4034-A199-9AB81C85832A}" dt="2021-05-12T02:33:36.956" v="1434"/>
          <ac:spMkLst>
            <pc:docMk/>
            <pc:sldMk cId="849436942" sldId="256"/>
            <ac:spMk id="6" creationId="{CD3E1A4C-8518-4DDF-8BF9-938A6BC80702}"/>
          </ac:spMkLst>
        </pc:spChg>
        <pc:spChg chg="add del mod">
          <ac:chgData name="周 耀阳" userId="6260573ca82bfa6b" providerId="LiveId" clId="{5634339B-B9AC-4034-A199-9AB81C85832A}" dt="2021-05-12T02:33:36.956" v="1434"/>
          <ac:spMkLst>
            <pc:docMk/>
            <pc:sldMk cId="849436942" sldId="256"/>
            <ac:spMk id="7" creationId="{BEB20C2D-4859-4322-B42E-6548CD2BCB1B}"/>
          </ac:spMkLst>
        </pc:spChg>
        <pc:picChg chg="add del mod">
          <ac:chgData name="周 耀阳" userId="6260573ca82bfa6b" providerId="LiveId" clId="{5634339B-B9AC-4034-A199-9AB81C85832A}" dt="2021-05-12T02:33:36.956" v="1434"/>
          <ac:picMkLst>
            <pc:docMk/>
            <pc:sldMk cId="849436942" sldId="256"/>
            <ac:picMk id="4" creationId="{B7EF1BF2-A57B-4883-B9BB-2F20421CC8D6}"/>
          </ac:picMkLst>
        </pc:picChg>
      </pc:sldChg>
      <pc:sldChg chg="modSp mod">
        <pc:chgData name="周 耀阳" userId="6260573ca82bfa6b" providerId="LiveId" clId="{5634339B-B9AC-4034-A199-9AB81C85832A}" dt="2021-05-12T01:54:52.811" v="1412"/>
        <pc:sldMkLst>
          <pc:docMk/>
          <pc:sldMk cId="1670305707" sldId="259"/>
        </pc:sldMkLst>
        <pc:spChg chg="mod">
          <ac:chgData name="周 耀阳" userId="6260573ca82bfa6b" providerId="LiveId" clId="{5634339B-B9AC-4034-A199-9AB81C85832A}" dt="2021-05-12T01:54:52.811" v="1412"/>
          <ac:spMkLst>
            <pc:docMk/>
            <pc:sldMk cId="1670305707" sldId="259"/>
            <ac:spMk id="2" creationId="{4A2FBC91-4083-47B6-89E8-5C289C39823D}"/>
          </ac:spMkLst>
        </pc:spChg>
        <pc:spChg chg="mod">
          <ac:chgData name="周 耀阳" userId="6260573ca82bfa6b" providerId="LiveId" clId="{5634339B-B9AC-4034-A199-9AB81C85832A}" dt="2021-05-12T01:54:52.811" v="1412"/>
          <ac:spMkLst>
            <pc:docMk/>
            <pc:sldMk cId="1670305707" sldId="259"/>
            <ac:spMk id="3" creationId="{30F49D9F-0F35-42F9-971E-65D0702A70C6}"/>
          </ac:spMkLst>
        </pc:spChg>
      </pc:sldChg>
      <pc:sldChg chg="del">
        <pc:chgData name="周 耀阳" userId="6260573ca82bfa6b" providerId="LiveId" clId="{5634339B-B9AC-4034-A199-9AB81C85832A}" dt="2021-04-27T09:33:15.661" v="1" actId="47"/>
        <pc:sldMkLst>
          <pc:docMk/>
          <pc:sldMk cId="3017523944" sldId="260"/>
        </pc:sldMkLst>
      </pc:sldChg>
      <pc:sldChg chg="modSp mod">
        <pc:chgData name="周 耀阳" userId="6260573ca82bfa6b" providerId="LiveId" clId="{5634339B-B9AC-4034-A199-9AB81C85832A}" dt="2021-05-12T01:54:52.811" v="1412"/>
        <pc:sldMkLst>
          <pc:docMk/>
          <pc:sldMk cId="2323263438" sldId="261"/>
        </pc:sldMkLst>
        <pc:spChg chg="mod">
          <ac:chgData name="周 耀阳" userId="6260573ca82bfa6b" providerId="LiveId" clId="{5634339B-B9AC-4034-A199-9AB81C85832A}" dt="2021-05-12T01:54:52.811" v="1412"/>
          <ac:spMkLst>
            <pc:docMk/>
            <pc:sldMk cId="2323263438" sldId="261"/>
            <ac:spMk id="2" creationId="{DC9E09F6-F792-4562-BDA8-7BEADDDADB77}"/>
          </ac:spMkLst>
        </pc:spChg>
        <pc:spChg chg="mod">
          <ac:chgData name="周 耀阳" userId="6260573ca82bfa6b" providerId="LiveId" clId="{5634339B-B9AC-4034-A199-9AB81C85832A}" dt="2021-05-12T01:54:52.811" v="1412"/>
          <ac:spMkLst>
            <pc:docMk/>
            <pc:sldMk cId="2323263438" sldId="261"/>
            <ac:spMk id="3" creationId="{FB9FAB33-7E73-41FA-AF6F-D302F4103BD7}"/>
          </ac:spMkLst>
        </pc:spChg>
      </pc:sldChg>
      <pc:sldChg chg="modSp mod">
        <pc:chgData name="周 耀阳" userId="6260573ca82bfa6b" providerId="LiveId" clId="{5634339B-B9AC-4034-A199-9AB81C85832A}" dt="2021-05-12T01:54:52.811" v="1412"/>
        <pc:sldMkLst>
          <pc:docMk/>
          <pc:sldMk cId="1413574725" sldId="262"/>
        </pc:sldMkLst>
        <pc:spChg chg="mod">
          <ac:chgData name="周 耀阳" userId="6260573ca82bfa6b" providerId="LiveId" clId="{5634339B-B9AC-4034-A199-9AB81C85832A}" dt="2021-05-12T01:54:52.811" v="1412"/>
          <ac:spMkLst>
            <pc:docMk/>
            <pc:sldMk cId="1413574725" sldId="262"/>
            <ac:spMk id="2" creationId="{1D542821-69C6-4A06-ADF3-9C330BA51D53}"/>
          </ac:spMkLst>
        </pc:spChg>
        <pc:spChg chg="mod">
          <ac:chgData name="周 耀阳" userId="6260573ca82bfa6b" providerId="LiveId" clId="{5634339B-B9AC-4034-A199-9AB81C85832A}" dt="2021-05-12T01:54:52.811" v="1412"/>
          <ac:spMkLst>
            <pc:docMk/>
            <pc:sldMk cId="1413574725" sldId="262"/>
            <ac:spMk id="3" creationId="{ECB97C94-4BF4-4A5D-9374-699678A1A4B7}"/>
          </ac:spMkLst>
        </pc:spChg>
      </pc:sldChg>
      <pc:sldChg chg="del">
        <pc:chgData name="周 耀阳" userId="6260573ca82bfa6b" providerId="LiveId" clId="{5634339B-B9AC-4034-A199-9AB81C85832A}" dt="2021-04-27T09:35:57.652" v="61" actId="47"/>
        <pc:sldMkLst>
          <pc:docMk/>
          <pc:sldMk cId="3763198079" sldId="263"/>
        </pc:sldMkLst>
      </pc:sldChg>
      <pc:sldChg chg="del">
        <pc:chgData name="周 耀阳" userId="6260573ca82bfa6b" providerId="LiveId" clId="{5634339B-B9AC-4034-A199-9AB81C85832A}" dt="2021-04-27T09:33:16.147" v="2" actId="47"/>
        <pc:sldMkLst>
          <pc:docMk/>
          <pc:sldMk cId="349456652" sldId="264"/>
        </pc:sldMkLst>
      </pc:sldChg>
      <pc:sldChg chg="del">
        <pc:chgData name="周 耀阳" userId="6260573ca82bfa6b" providerId="LiveId" clId="{5634339B-B9AC-4034-A199-9AB81C85832A}" dt="2021-04-27T09:33:16.445" v="3" actId="47"/>
        <pc:sldMkLst>
          <pc:docMk/>
          <pc:sldMk cId="756016885" sldId="265"/>
        </pc:sldMkLst>
      </pc:sldChg>
      <pc:sldChg chg="del">
        <pc:chgData name="周 耀阳" userId="6260573ca82bfa6b" providerId="LiveId" clId="{5634339B-B9AC-4034-A199-9AB81C85832A}" dt="2021-04-27T09:33:16.682" v="4" actId="47"/>
        <pc:sldMkLst>
          <pc:docMk/>
          <pc:sldMk cId="468056815" sldId="266"/>
        </pc:sldMkLst>
      </pc:sldChg>
      <pc:sldChg chg="del">
        <pc:chgData name="周 耀阳" userId="6260573ca82bfa6b" providerId="LiveId" clId="{5634339B-B9AC-4034-A199-9AB81C85832A}" dt="2021-04-27T09:33:16.910" v="5" actId="47"/>
        <pc:sldMkLst>
          <pc:docMk/>
          <pc:sldMk cId="1038178711" sldId="267"/>
        </pc:sldMkLst>
      </pc:sldChg>
      <pc:sldChg chg="modSp add mod ord">
        <pc:chgData name="周 耀阳" userId="6260573ca82bfa6b" providerId="LiveId" clId="{5634339B-B9AC-4034-A199-9AB81C85832A}" dt="2021-05-12T01:54:52.811" v="1412"/>
        <pc:sldMkLst>
          <pc:docMk/>
          <pc:sldMk cId="3262307341" sldId="267"/>
        </pc:sldMkLst>
        <pc:spChg chg="mod">
          <ac:chgData name="周 耀阳" userId="6260573ca82bfa6b" providerId="LiveId" clId="{5634339B-B9AC-4034-A199-9AB81C85832A}" dt="2021-05-12T01:54:52.811" v="1412"/>
          <ac:spMkLst>
            <pc:docMk/>
            <pc:sldMk cId="3262307341" sldId="267"/>
            <ac:spMk id="2" creationId="{CB436FB9-CDCE-4D07-B912-82D867B919C8}"/>
          </ac:spMkLst>
        </pc:spChg>
        <pc:spChg chg="mod">
          <ac:chgData name="周 耀阳" userId="6260573ca82bfa6b" providerId="LiveId" clId="{5634339B-B9AC-4034-A199-9AB81C85832A}" dt="2021-05-12T01:54:52.811" v="1412"/>
          <ac:spMkLst>
            <pc:docMk/>
            <pc:sldMk cId="3262307341" sldId="267"/>
            <ac:spMk id="3" creationId="{3A8FE9CC-D8E7-49CF-BFA5-C7AA207135F8}"/>
          </ac:spMkLst>
        </pc:spChg>
      </pc:sldChg>
      <pc:sldChg chg="del">
        <pc:chgData name="周 耀阳" userId="6260573ca82bfa6b" providerId="LiveId" clId="{5634339B-B9AC-4034-A199-9AB81C85832A}" dt="2021-04-27T09:33:17.971" v="7" actId="47"/>
        <pc:sldMkLst>
          <pc:docMk/>
          <pc:sldMk cId="1059125082" sldId="268"/>
        </pc:sldMkLst>
      </pc:sldChg>
      <pc:sldChg chg="modSp add mod">
        <pc:chgData name="周 耀阳" userId="6260573ca82bfa6b" providerId="LiveId" clId="{5634339B-B9AC-4034-A199-9AB81C85832A}" dt="2021-05-12T01:54:52.811" v="1412"/>
        <pc:sldMkLst>
          <pc:docMk/>
          <pc:sldMk cId="1487918016" sldId="268"/>
        </pc:sldMkLst>
        <pc:spChg chg="mod">
          <ac:chgData name="周 耀阳" userId="6260573ca82bfa6b" providerId="LiveId" clId="{5634339B-B9AC-4034-A199-9AB81C85832A}" dt="2021-05-12T01:54:52.811" v="1412"/>
          <ac:spMkLst>
            <pc:docMk/>
            <pc:sldMk cId="1487918016" sldId="268"/>
            <ac:spMk id="2" creationId="{32B43172-11A5-48F9-9DFF-6F5DCBED26B5}"/>
          </ac:spMkLst>
        </pc:spChg>
        <pc:spChg chg="mod">
          <ac:chgData name="周 耀阳" userId="6260573ca82bfa6b" providerId="LiveId" clId="{5634339B-B9AC-4034-A199-9AB81C85832A}" dt="2021-05-12T01:54:52.811" v="1412"/>
          <ac:spMkLst>
            <pc:docMk/>
            <pc:sldMk cId="1487918016" sldId="268"/>
            <ac:spMk id="3" creationId="{29BB99D7-CAF7-4806-B923-45D317C4F32F}"/>
          </ac:spMkLst>
        </pc:spChg>
      </pc:sldChg>
      <pc:sldChg chg="del">
        <pc:chgData name="周 耀阳" userId="6260573ca82bfa6b" providerId="LiveId" clId="{5634339B-B9AC-4034-A199-9AB81C85832A}" dt="2021-04-27T09:33:29.644" v="16" actId="47"/>
        <pc:sldMkLst>
          <pc:docMk/>
          <pc:sldMk cId="1276090474" sldId="269"/>
        </pc:sldMkLst>
      </pc:sldChg>
      <pc:sldChg chg="modSp del mod">
        <pc:chgData name="周 耀阳" userId="6260573ca82bfa6b" providerId="LiveId" clId="{5634339B-B9AC-4034-A199-9AB81C85832A}" dt="2021-04-27T09:54:09.786" v="752" actId="47"/>
        <pc:sldMkLst>
          <pc:docMk/>
          <pc:sldMk cId="2812183952" sldId="270"/>
        </pc:sldMkLst>
        <pc:spChg chg="mod">
          <ac:chgData name="周 耀阳" userId="6260573ca82bfa6b" providerId="LiveId" clId="{5634339B-B9AC-4034-A199-9AB81C85832A}" dt="2021-04-27T09:36:43.848" v="66" actId="20577"/>
          <ac:spMkLst>
            <pc:docMk/>
            <pc:sldMk cId="2812183952" sldId="270"/>
            <ac:spMk id="3" creationId="{C4E3888A-6AAD-4422-A9DF-0C8B10B92AE1}"/>
          </ac:spMkLst>
        </pc:spChg>
      </pc:sldChg>
      <pc:sldChg chg="modSp mod">
        <pc:chgData name="周 耀阳" userId="6260573ca82bfa6b" providerId="LiveId" clId="{5634339B-B9AC-4034-A199-9AB81C85832A}" dt="2021-05-12T01:54:52.811" v="1412"/>
        <pc:sldMkLst>
          <pc:docMk/>
          <pc:sldMk cId="1511808122" sldId="271"/>
        </pc:sldMkLst>
        <pc:spChg chg="mod">
          <ac:chgData name="周 耀阳" userId="6260573ca82bfa6b" providerId="LiveId" clId="{5634339B-B9AC-4034-A199-9AB81C85832A}" dt="2021-05-12T01:54:52.811" v="1412"/>
          <ac:spMkLst>
            <pc:docMk/>
            <pc:sldMk cId="1511808122" sldId="271"/>
            <ac:spMk id="2" creationId="{14BF811C-4AE2-4448-92C4-D75AEA434754}"/>
          </ac:spMkLst>
        </pc:spChg>
        <pc:spChg chg="mod">
          <ac:chgData name="周 耀阳" userId="6260573ca82bfa6b" providerId="LiveId" clId="{5634339B-B9AC-4034-A199-9AB81C85832A}" dt="2021-05-12T01:54:52.811" v="1412"/>
          <ac:spMkLst>
            <pc:docMk/>
            <pc:sldMk cId="1511808122" sldId="271"/>
            <ac:spMk id="3" creationId="{DD5DD821-37B1-4A13-83E9-2CBFE5A8F884}"/>
          </ac:spMkLst>
        </pc:spChg>
      </pc:sldChg>
      <pc:sldChg chg="del">
        <pc:chgData name="周 耀阳" userId="6260573ca82bfa6b" providerId="LiveId" clId="{5634339B-B9AC-4034-A199-9AB81C85832A}" dt="2021-04-27T09:33:14.114" v="0" actId="47"/>
        <pc:sldMkLst>
          <pc:docMk/>
          <pc:sldMk cId="1251139599" sldId="272"/>
        </pc:sldMkLst>
      </pc:sldChg>
      <pc:sldChg chg="modSp mod">
        <pc:chgData name="周 耀阳" userId="6260573ca82bfa6b" providerId="LiveId" clId="{5634339B-B9AC-4034-A199-9AB81C85832A}" dt="2021-05-12T01:54:52.811" v="1412"/>
        <pc:sldMkLst>
          <pc:docMk/>
          <pc:sldMk cId="1560433587" sldId="273"/>
        </pc:sldMkLst>
        <pc:spChg chg="mod">
          <ac:chgData name="周 耀阳" userId="6260573ca82bfa6b" providerId="LiveId" clId="{5634339B-B9AC-4034-A199-9AB81C85832A}" dt="2021-05-12T01:54:52.811" v="1412"/>
          <ac:spMkLst>
            <pc:docMk/>
            <pc:sldMk cId="1560433587" sldId="273"/>
            <ac:spMk id="2" creationId="{14BF811C-4AE2-4448-92C4-D75AEA434754}"/>
          </ac:spMkLst>
        </pc:spChg>
        <pc:spChg chg="mod">
          <ac:chgData name="周 耀阳" userId="6260573ca82bfa6b" providerId="LiveId" clId="{5634339B-B9AC-4034-A199-9AB81C85832A}" dt="2021-05-12T01:54:52.811" v="1412"/>
          <ac:spMkLst>
            <pc:docMk/>
            <pc:sldMk cId="1560433587" sldId="273"/>
            <ac:spMk id="3" creationId="{DD5DD821-37B1-4A13-83E9-2CBFE5A8F884}"/>
          </ac:spMkLst>
        </pc:spChg>
      </pc:sldChg>
      <pc:sldChg chg="modSp">
        <pc:chgData name="周 耀阳" userId="6260573ca82bfa6b" providerId="LiveId" clId="{5634339B-B9AC-4034-A199-9AB81C85832A}" dt="2021-05-12T01:54:52.811" v="1412"/>
        <pc:sldMkLst>
          <pc:docMk/>
          <pc:sldMk cId="3441532680" sldId="274"/>
        </pc:sldMkLst>
        <pc:spChg chg="mod">
          <ac:chgData name="周 耀阳" userId="6260573ca82bfa6b" providerId="LiveId" clId="{5634339B-B9AC-4034-A199-9AB81C85832A}" dt="2021-05-12T01:54:52.811" v="1412"/>
          <ac:spMkLst>
            <pc:docMk/>
            <pc:sldMk cId="3441532680" sldId="274"/>
            <ac:spMk id="2" creationId="{D9462E1A-3F3D-460D-89AC-DB2A7DA1D6C0}"/>
          </ac:spMkLst>
        </pc:spChg>
        <pc:spChg chg="mod">
          <ac:chgData name="周 耀阳" userId="6260573ca82bfa6b" providerId="LiveId" clId="{5634339B-B9AC-4034-A199-9AB81C85832A}" dt="2021-05-12T01:54:52.811" v="1412"/>
          <ac:spMkLst>
            <pc:docMk/>
            <pc:sldMk cId="3441532680" sldId="274"/>
            <ac:spMk id="3" creationId="{F14E3A34-A013-43B9-A573-A41AB4E3250B}"/>
          </ac:spMkLst>
        </pc:spChg>
      </pc:sldChg>
      <pc:sldChg chg="modSp mod">
        <pc:chgData name="周 耀阳" userId="6260573ca82bfa6b" providerId="LiveId" clId="{5634339B-B9AC-4034-A199-9AB81C85832A}" dt="2021-05-12T01:54:52.811" v="1412"/>
        <pc:sldMkLst>
          <pc:docMk/>
          <pc:sldMk cId="1776041458" sldId="275"/>
        </pc:sldMkLst>
        <pc:spChg chg="mod">
          <ac:chgData name="周 耀阳" userId="6260573ca82bfa6b" providerId="LiveId" clId="{5634339B-B9AC-4034-A199-9AB81C85832A}" dt="2021-05-12T01:54:52.811" v="1412"/>
          <ac:spMkLst>
            <pc:docMk/>
            <pc:sldMk cId="1776041458" sldId="275"/>
            <ac:spMk id="2" creationId="{14353319-FD60-4B1E-865E-0DE502E69541}"/>
          </ac:spMkLst>
        </pc:spChg>
        <pc:spChg chg="mod">
          <ac:chgData name="周 耀阳" userId="6260573ca82bfa6b" providerId="LiveId" clId="{5634339B-B9AC-4034-A199-9AB81C85832A}" dt="2021-05-12T01:54:52.811" v="1412"/>
          <ac:spMkLst>
            <pc:docMk/>
            <pc:sldMk cId="1776041458" sldId="275"/>
            <ac:spMk id="3" creationId="{54E406C9-B30A-4913-B68C-52BEF2676750}"/>
          </ac:spMkLst>
        </pc:spChg>
      </pc:sldChg>
      <pc:sldChg chg="addSp delSp modSp mod">
        <pc:chgData name="周 耀阳" userId="6260573ca82bfa6b" providerId="LiveId" clId="{5634339B-B9AC-4034-A199-9AB81C85832A}" dt="2021-05-12T01:54:52.811" v="1412"/>
        <pc:sldMkLst>
          <pc:docMk/>
          <pc:sldMk cId="4121174608" sldId="276"/>
        </pc:sldMkLst>
        <pc:spChg chg="mod">
          <ac:chgData name="周 耀阳" userId="6260573ca82bfa6b" providerId="LiveId" clId="{5634339B-B9AC-4034-A199-9AB81C85832A}" dt="2021-05-12T01:54:52.811" v="1412"/>
          <ac:spMkLst>
            <pc:docMk/>
            <pc:sldMk cId="4121174608" sldId="276"/>
            <ac:spMk id="2" creationId="{7F311FC4-22F2-4FBB-AB0F-132EB1190CAB}"/>
          </ac:spMkLst>
        </pc:spChg>
        <pc:spChg chg="mod">
          <ac:chgData name="周 耀阳" userId="6260573ca82bfa6b" providerId="LiveId" clId="{5634339B-B9AC-4034-A199-9AB81C85832A}" dt="2021-05-12T01:14:30.972" v="1026" actId="20577"/>
          <ac:spMkLst>
            <pc:docMk/>
            <pc:sldMk cId="4121174608" sldId="276"/>
            <ac:spMk id="3" creationId="{A30AF9F6-0410-49B2-9094-980FDA7E7AFD}"/>
          </ac:spMkLst>
        </pc:spChg>
        <pc:picChg chg="del">
          <ac:chgData name="周 耀阳" userId="6260573ca82bfa6b" providerId="LiveId" clId="{5634339B-B9AC-4034-A199-9AB81C85832A}" dt="2021-05-12T01:12:12.808" v="846" actId="478"/>
          <ac:picMkLst>
            <pc:docMk/>
            <pc:sldMk cId="4121174608" sldId="276"/>
            <ac:picMk id="4" creationId="{F723E300-437B-487C-958A-2A896BB14816}"/>
          </ac:picMkLst>
        </pc:picChg>
        <pc:picChg chg="add del mod">
          <ac:chgData name="周 耀阳" userId="6260573ca82bfa6b" providerId="LiveId" clId="{5634339B-B9AC-4034-A199-9AB81C85832A}" dt="2021-05-12T01:12:18.499" v="849" actId="478"/>
          <ac:picMkLst>
            <pc:docMk/>
            <pc:sldMk cId="4121174608" sldId="276"/>
            <ac:picMk id="6" creationId="{1021A983-BC9D-449D-BF5F-9BD6AA8E3F69}"/>
          </ac:picMkLst>
        </pc:picChg>
        <pc:picChg chg="add mod">
          <ac:chgData name="周 耀阳" userId="6260573ca82bfa6b" providerId="LiveId" clId="{5634339B-B9AC-4034-A199-9AB81C85832A}" dt="2021-05-12T01:12:38.525" v="851" actId="1076"/>
          <ac:picMkLst>
            <pc:docMk/>
            <pc:sldMk cId="4121174608" sldId="276"/>
            <ac:picMk id="8" creationId="{CDDA97FA-6480-49B6-8ACA-2797112B59A9}"/>
          </ac:picMkLst>
        </pc:picChg>
      </pc:sldChg>
      <pc:sldChg chg="modSp mod">
        <pc:chgData name="周 耀阳" userId="6260573ca82bfa6b" providerId="LiveId" clId="{5634339B-B9AC-4034-A199-9AB81C85832A}" dt="2021-05-12T01:54:52.811" v="1412"/>
        <pc:sldMkLst>
          <pc:docMk/>
          <pc:sldMk cId="2568168495" sldId="277"/>
        </pc:sldMkLst>
        <pc:spChg chg="mod">
          <ac:chgData name="周 耀阳" userId="6260573ca82bfa6b" providerId="LiveId" clId="{5634339B-B9AC-4034-A199-9AB81C85832A}" dt="2021-05-12T01:54:52.811" v="1412"/>
          <ac:spMkLst>
            <pc:docMk/>
            <pc:sldMk cId="2568168495" sldId="277"/>
            <ac:spMk id="2" creationId="{CC80FB3A-96F4-4E12-B14D-F0CD7CED41DA}"/>
          </ac:spMkLst>
        </pc:spChg>
        <pc:spChg chg="mod">
          <ac:chgData name="周 耀阳" userId="6260573ca82bfa6b" providerId="LiveId" clId="{5634339B-B9AC-4034-A199-9AB81C85832A}" dt="2021-05-12T01:54:52.811" v="1412"/>
          <ac:spMkLst>
            <pc:docMk/>
            <pc:sldMk cId="2568168495" sldId="277"/>
            <ac:spMk id="3" creationId="{52B3986E-A2A3-48A0-A4BF-8BF588B4E7A4}"/>
          </ac:spMkLst>
        </pc:spChg>
      </pc:sldChg>
      <pc:sldChg chg="modSp mod ord">
        <pc:chgData name="周 耀阳" userId="6260573ca82bfa6b" providerId="LiveId" clId="{5634339B-B9AC-4034-A199-9AB81C85832A}" dt="2021-05-12T01:54:52.811" v="1412"/>
        <pc:sldMkLst>
          <pc:docMk/>
          <pc:sldMk cId="3846376560" sldId="279"/>
        </pc:sldMkLst>
        <pc:spChg chg="mod">
          <ac:chgData name="周 耀阳" userId="6260573ca82bfa6b" providerId="LiveId" clId="{5634339B-B9AC-4034-A199-9AB81C85832A}" dt="2021-05-12T01:54:52.811" v="1412"/>
          <ac:spMkLst>
            <pc:docMk/>
            <pc:sldMk cId="3846376560" sldId="279"/>
            <ac:spMk id="2" creationId="{CC80FB3A-96F4-4E12-B14D-F0CD7CED41DA}"/>
          </ac:spMkLst>
        </pc:spChg>
        <pc:spChg chg="mod">
          <ac:chgData name="周 耀阳" userId="6260573ca82bfa6b" providerId="LiveId" clId="{5634339B-B9AC-4034-A199-9AB81C85832A}" dt="2021-05-12T01:15:08.523" v="1044" actId="20577"/>
          <ac:spMkLst>
            <pc:docMk/>
            <pc:sldMk cId="3846376560" sldId="279"/>
            <ac:spMk id="3" creationId="{52B3986E-A2A3-48A0-A4BF-8BF588B4E7A4}"/>
          </ac:spMkLst>
        </pc:spChg>
      </pc:sldChg>
      <pc:sldChg chg="add del">
        <pc:chgData name="周 耀阳" userId="6260573ca82bfa6b" providerId="LiveId" clId="{5634339B-B9AC-4034-A199-9AB81C85832A}" dt="2021-04-27T09:33:28.465" v="15" actId="47"/>
        <pc:sldMkLst>
          <pc:docMk/>
          <pc:sldMk cId="1747430459" sldId="280"/>
        </pc:sldMkLst>
      </pc:sldChg>
      <pc:sldChg chg="del">
        <pc:chgData name="周 耀阳" userId="6260573ca82bfa6b" providerId="LiveId" clId="{5634339B-B9AC-4034-A199-9AB81C85832A}" dt="2021-04-27T09:33:17.329" v="6" actId="47"/>
        <pc:sldMkLst>
          <pc:docMk/>
          <pc:sldMk cId="1211755984" sldId="281"/>
        </pc:sldMkLst>
      </pc:sldChg>
      <pc:sldChg chg="add del">
        <pc:chgData name="周 耀阳" userId="6260573ca82bfa6b" providerId="LiveId" clId="{5634339B-B9AC-4034-A199-9AB81C85832A}" dt="2021-04-27T09:33:27.940" v="14" actId="47"/>
        <pc:sldMkLst>
          <pc:docMk/>
          <pc:sldMk cId="3667009511" sldId="282"/>
        </pc:sldMkLst>
      </pc:sldChg>
      <pc:sldChg chg="delSp modSp add del mod">
        <pc:chgData name="周 耀阳" userId="6260573ca82bfa6b" providerId="LiveId" clId="{5634339B-B9AC-4034-A199-9AB81C85832A}" dt="2021-05-12T01:07:09.591" v="805" actId="47"/>
        <pc:sldMkLst>
          <pc:docMk/>
          <pc:sldMk cId="1211018427" sldId="283"/>
        </pc:sldMkLst>
        <pc:picChg chg="mod">
          <ac:chgData name="周 耀阳" userId="6260573ca82bfa6b" providerId="LiveId" clId="{5634339B-B9AC-4034-A199-9AB81C85832A}" dt="2021-04-27T09:33:48.137" v="19" actId="1076"/>
          <ac:picMkLst>
            <pc:docMk/>
            <pc:sldMk cId="1211018427" sldId="283"/>
            <ac:picMk id="5" creationId="{5F829207-17FB-4E5B-A5EC-BEB28B22F47C}"/>
          </ac:picMkLst>
        </pc:picChg>
        <pc:picChg chg="mod">
          <ac:chgData name="周 耀阳" userId="6260573ca82bfa6b" providerId="LiveId" clId="{5634339B-B9AC-4034-A199-9AB81C85832A}" dt="2021-04-27T09:33:44.342" v="18" actId="1076"/>
          <ac:picMkLst>
            <pc:docMk/>
            <pc:sldMk cId="1211018427" sldId="283"/>
            <ac:picMk id="11" creationId="{529BD3BA-FC7B-4A08-8992-E2A9526EB6E2}"/>
          </ac:picMkLst>
        </pc:picChg>
        <pc:picChg chg="del">
          <ac:chgData name="周 耀阳" userId="6260573ca82bfa6b" providerId="LiveId" clId="{5634339B-B9AC-4034-A199-9AB81C85832A}" dt="2021-04-27T09:33:41.196" v="17" actId="478"/>
          <ac:picMkLst>
            <pc:docMk/>
            <pc:sldMk cId="1211018427" sldId="283"/>
            <ac:picMk id="13" creationId="{E9CE094F-9AE4-4746-BE55-0BF7D4FC013B}"/>
          </ac:picMkLst>
        </pc:picChg>
      </pc:sldChg>
      <pc:sldChg chg="modSp mod">
        <pc:chgData name="周 耀阳" userId="6260573ca82bfa6b" providerId="LiveId" clId="{5634339B-B9AC-4034-A199-9AB81C85832A}" dt="2021-05-12T01:54:52.811" v="1412"/>
        <pc:sldMkLst>
          <pc:docMk/>
          <pc:sldMk cId="2857920854" sldId="284"/>
        </pc:sldMkLst>
        <pc:spChg chg="mod">
          <ac:chgData name="周 耀阳" userId="6260573ca82bfa6b" providerId="LiveId" clId="{5634339B-B9AC-4034-A199-9AB81C85832A}" dt="2021-05-12T01:54:52.811" v="1412"/>
          <ac:spMkLst>
            <pc:docMk/>
            <pc:sldMk cId="2857920854" sldId="284"/>
            <ac:spMk id="2" creationId="{14BF811C-4AE2-4448-92C4-D75AEA434754}"/>
          </ac:spMkLst>
        </pc:spChg>
        <pc:spChg chg="mod">
          <ac:chgData name="周 耀阳" userId="6260573ca82bfa6b" providerId="LiveId" clId="{5634339B-B9AC-4034-A199-9AB81C85832A}" dt="2021-05-12T01:54:52.811" v="1412"/>
          <ac:spMkLst>
            <pc:docMk/>
            <pc:sldMk cId="2857920854" sldId="284"/>
            <ac:spMk id="3" creationId="{DD5DD821-37B1-4A13-83E9-2CBFE5A8F884}"/>
          </ac:spMkLst>
        </pc:spChg>
      </pc:sldChg>
      <pc:sldChg chg="modSp new del mod">
        <pc:chgData name="周 耀阳" userId="6260573ca82bfa6b" providerId="LiveId" clId="{5634339B-B9AC-4034-A199-9AB81C85832A}" dt="2021-05-12T01:15:28.041" v="1045" actId="47"/>
        <pc:sldMkLst>
          <pc:docMk/>
          <pc:sldMk cId="1030830757" sldId="285"/>
        </pc:sldMkLst>
        <pc:spChg chg="mod">
          <ac:chgData name="周 耀阳" userId="6260573ca82bfa6b" providerId="LiveId" clId="{5634339B-B9AC-4034-A199-9AB81C85832A}" dt="2021-04-27T09:37:32.654" v="102" actId="20577"/>
          <ac:spMkLst>
            <pc:docMk/>
            <pc:sldMk cId="1030830757" sldId="285"/>
            <ac:spMk id="2" creationId="{2B2F2A41-DB90-4CDE-B7F5-CDD886E8886F}"/>
          </ac:spMkLst>
        </pc:spChg>
        <pc:spChg chg="mod">
          <ac:chgData name="周 耀阳" userId="6260573ca82bfa6b" providerId="LiveId" clId="{5634339B-B9AC-4034-A199-9AB81C85832A}" dt="2021-04-27T09:38:19.045" v="149" actId="20577"/>
          <ac:spMkLst>
            <pc:docMk/>
            <pc:sldMk cId="1030830757" sldId="285"/>
            <ac:spMk id="3" creationId="{53FF1390-9D0D-4279-B255-C27D52FAA319}"/>
          </ac:spMkLst>
        </pc:spChg>
      </pc:sldChg>
      <pc:sldChg chg="modSp add mod">
        <pc:chgData name="周 耀阳" userId="6260573ca82bfa6b" providerId="LiveId" clId="{5634339B-B9AC-4034-A199-9AB81C85832A}" dt="2021-05-12T01:54:52.811" v="1412"/>
        <pc:sldMkLst>
          <pc:docMk/>
          <pc:sldMk cId="3718209610" sldId="286"/>
        </pc:sldMkLst>
        <pc:spChg chg="mod">
          <ac:chgData name="周 耀阳" userId="6260573ca82bfa6b" providerId="LiveId" clId="{5634339B-B9AC-4034-A199-9AB81C85832A}" dt="2021-05-12T01:54:52.811" v="1412"/>
          <ac:spMkLst>
            <pc:docMk/>
            <pc:sldMk cId="3718209610" sldId="286"/>
            <ac:spMk id="2" creationId="{2B2F2A41-DB90-4CDE-B7F5-CDD886E8886F}"/>
          </ac:spMkLst>
        </pc:spChg>
        <pc:spChg chg="mod">
          <ac:chgData name="周 耀阳" userId="6260573ca82bfa6b" providerId="LiveId" clId="{5634339B-B9AC-4034-A199-9AB81C85832A}" dt="2021-05-12T01:54:52.811" v="1412"/>
          <ac:spMkLst>
            <pc:docMk/>
            <pc:sldMk cId="3718209610" sldId="286"/>
            <ac:spMk id="3" creationId="{53FF1390-9D0D-4279-B255-C27D52FAA319}"/>
          </ac:spMkLst>
        </pc:spChg>
      </pc:sldChg>
      <pc:sldChg chg="modSp add ord">
        <pc:chgData name="周 耀阳" userId="6260573ca82bfa6b" providerId="LiveId" clId="{5634339B-B9AC-4034-A199-9AB81C85832A}" dt="2021-05-12T01:54:52.811" v="1412"/>
        <pc:sldMkLst>
          <pc:docMk/>
          <pc:sldMk cId="726710360" sldId="287"/>
        </pc:sldMkLst>
        <pc:spChg chg="mod">
          <ac:chgData name="周 耀阳" userId="6260573ca82bfa6b" providerId="LiveId" clId="{5634339B-B9AC-4034-A199-9AB81C85832A}" dt="2021-05-12T01:54:52.811" v="1412"/>
          <ac:spMkLst>
            <pc:docMk/>
            <pc:sldMk cId="726710360" sldId="287"/>
            <ac:spMk id="2" creationId="{DDB294BF-B5EC-4D60-9493-193EE9998690}"/>
          </ac:spMkLst>
        </pc:spChg>
        <pc:spChg chg="mod">
          <ac:chgData name="周 耀阳" userId="6260573ca82bfa6b" providerId="LiveId" clId="{5634339B-B9AC-4034-A199-9AB81C85832A}" dt="2021-05-12T01:54:52.811" v="1412"/>
          <ac:spMkLst>
            <pc:docMk/>
            <pc:sldMk cId="726710360" sldId="287"/>
            <ac:spMk id="3" creationId="{3087257E-2410-49AC-80C8-1F0925F49488}"/>
          </ac:spMkLst>
        </pc:spChg>
      </pc:sldChg>
      <pc:sldChg chg="modSp add mod">
        <pc:chgData name="周 耀阳" userId="6260573ca82bfa6b" providerId="LiveId" clId="{5634339B-B9AC-4034-A199-9AB81C85832A}" dt="2021-05-12T01:54:52.811" v="1412"/>
        <pc:sldMkLst>
          <pc:docMk/>
          <pc:sldMk cId="3246256761" sldId="288"/>
        </pc:sldMkLst>
        <pc:spChg chg="mod">
          <ac:chgData name="周 耀阳" userId="6260573ca82bfa6b" providerId="LiveId" clId="{5634339B-B9AC-4034-A199-9AB81C85832A}" dt="2021-05-12T01:54:52.811" v="1412"/>
          <ac:spMkLst>
            <pc:docMk/>
            <pc:sldMk cId="3246256761" sldId="288"/>
            <ac:spMk id="2" creationId="{536FB8AB-C29D-4E71-B398-B4D2FA11FB3F}"/>
          </ac:spMkLst>
        </pc:spChg>
        <pc:picChg chg="mod">
          <ac:chgData name="周 耀阳" userId="6260573ca82bfa6b" providerId="LiveId" clId="{5634339B-B9AC-4034-A199-9AB81C85832A}" dt="2021-05-12T01:26:23.500" v="1241" actId="14100"/>
          <ac:picMkLst>
            <pc:docMk/>
            <pc:sldMk cId="3246256761" sldId="288"/>
            <ac:picMk id="5" creationId="{82F2C46D-8D1B-4BE8-B0D0-8829558EF4AC}"/>
          </ac:picMkLst>
        </pc:picChg>
      </pc:sldChg>
      <pc:sldChg chg="modSp new mod">
        <pc:chgData name="周 耀阳" userId="6260573ca82bfa6b" providerId="LiveId" clId="{5634339B-B9AC-4034-A199-9AB81C85832A}" dt="2021-05-12T01:54:52.811" v="1412"/>
        <pc:sldMkLst>
          <pc:docMk/>
          <pc:sldMk cId="1488372243" sldId="289"/>
        </pc:sldMkLst>
        <pc:spChg chg="mod">
          <ac:chgData name="周 耀阳" userId="6260573ca82bfa6b" providerId="LiveId" clId="{5634339B-B9AC-4034-A199-9AB81C85832A}" dt="2021-05-12T01:54:52.811" v="1412"/>
          <ac:spMkLst>
            <pc:docMk/>
            <pc:sldMk cId="1488372243" sldId="289"/>
            <ac:spMk id="2" creationId="{0210DEF3-33C2-4296-A008-69053B211837}"/>
          </ac:spMkLst>
        </pc:spChg>
        <pc:spChg chg="mod">
          <ac:chgData name="周 耀阳" userId="6260573ca82bfa6b" providerId="LiveId" clId="{5634339B-B9AC-4034-A199-9AB81C85832A}" dt="2021-05-12T01:54:52.811" v="1412"/>
          <ac:spMkLst>
            <pc:docMk/>
            <pc:sldMk cId="1488372243" sldId="289"/>
            <ac:spMk id="3" creationId="{8F2EBEBC-3E76-426A-812D-839DE7206586}"/>
          </ac:spMkLst>
        </pc:spChg>
      </pc:sldChg>
      <pc:sldChg chg="addSp delSp modSp new mod">
        <pc:chgData name="周 耀阳" userId="6260573ca82bfa6b" providerId="LiveId" clId="{5634339B-B9AC-4034-A199-9AB81C85832A}" dt="2021-05-12T01:54:52.811" v="1412"/>
        <pc:sldMkLst>
          <pc:docMk/>
          <pc:sldMk cId="2543502177" sldId="290"/>
        </pc:sldMkLst>
        <pc:spChg chg="mod">
          <ac:chgData name="周 耀阳" userId="6260573ca82bfa6b" providerId="LiveId" clId="{5634339B-B9AC-4034-A199-9AB81C85832A}" dt="2021-05-12T01:54:52.811" v="1412"/>
          <ac:spMkLst>
            <pc:docMk/>
            <pc:sldMk cId="2543502177" sldId="290"/>
            <ac:spMk id="2" creationId="{AD15FB90-6714-4A78-BD7A-F8BD8E2BB19B}"/>
          </ac:spMkLst>
        </pc:spChg>
        <pc:spChg chg="del mod">
          <ac:chgData name="周 耀阳" userId="6260573ca82bfa6b" providerId="LiveId" clId="{5634339B-B9AC-4034-A199-9AB81C85832A}" dt="2021-04-27T09:53:45.068" v="750" actId="478"/>
          <ac:spMkLst>
            <pc:docMk/>
            <pc:sldMk cId="2543502177" sldId="290"/>
            <ac:spMk id="3" creationId="{0DF8FD42-665B-44C9-809A-D22D46287DB5}"/>
          </ac:spMkLst>
        </pc:spChg>
        <pc:picChg chg="add mod">
          <ac:chgData name="周 耀阳" userId="6260573ca82bfa6b" providerId="LiveId" clId="{5634339B-B9AC-4034-A199-9AB81C85832A}" dt="2021-04-27T09:53:46.641" v="751" actId="1076"/>
          <ac:picMkLst>
            <pc:docMk/>
            <pc:sldMk cId="2543502177" sldId="290"/>
            <ac:picMk id="5" creationId="{51BEE9A5-9E3E-408C-9DB2-D56ACFEEBCBA}"/>
          </ac:picMkLst>
        </pc:picChg>
      </pc:sldChg>
      <pc:sldChg chg="modSp add">
        <pc:chgData name="周 耀阳" userId="6260573ca82bfa6b" providerId="LiveId" clId="{5634339B-B9AC-4034-A199-9AB81C85832A}" dt="2021-05-12T01:54:52.811" v="1412"/>
        <pc:sldMkLst>
          <pc:docMk/>
          <pc:sldMk cId="2275654350" sldId="291"/>
        </pc:sldMkLst>
        <pc:spChg chg="mod">
          <ac:chgData name="周 耀阳" userId="6260573ca82bfa6b" providerId="LiveId" clId="{5634339B-B9AC-4034-A199-9AB81C85832A}" dt="2021-05-12T01:54:52.811" v="1412"/>
          <ac:spMkLst>
            <pc:docMk/>
            <pc:sldMk cId="2275654350" sldId="291"/>
            <ac:spMk id="2" creationId="{32B43172-11A5-48F9-9DFF-6F5DCBED26B5}"/>
          </ac:spMkLst>
        </pc:spChg>
        <pc:spChg chg="mod">
          <ac:chgData name="周 耀阳" userId="6260573ca82bfa6b" providerId="LiveId" clId="{5634339B-B9AC-4034-A199-9AB81C85832A}" dt="2021-05-12T01:54:52.811" v="1412"/>
          <ac:spMkLst>
            <pc:docMk/>
            <pc:sldMk cId="2275654350" sldId="291"/>
            <ac:spMk id="3" creationId="{29BB99D7-CAF7-4806-B923-45D317C4F32F}"/>
          </ac:spMkLst>
        </pc:spChg>
      </pc:sldChg>
      <pc:sldChg chg="modSp add">
        <pc:chgData name="周 耀阳" userId="6260573ca82bfa6b" providerId="LiveId" clId="{5634339B-B9AC-4034-A199-9AB81C85832A}" dt="2021-05-12T01:54:52.811" v="1412"/>
        <pc:sldMkLst>
          <pc:docMk/>
          <pc:sldMk cId="4040235061" sldId="292"/>
        </pc:sldMkLst>
        <pc:spChg chg="mod">
          <ac:chgData name="周 耀阳" userId="6260573ca82bfa6b" providerId="LiveId" clId="{5634339B-B9AC-4034-A199-9AB81C85832A}" dt="2021-05-12T01:54:52.811" v="1412"/>
          <ac:spMkLst>
            <pc:docMk/>
            <pc:sldMk cId="4040235061" sldId="292"/>
            <ac:spMk id="2" creationId="{EB6EA993-32C6-4F33-9118-85002C6CB1C8}"/>
          </ac:spMkLst>
        </pc:spChg>
        <pc:spChg chg="mod">
          <ac:chgData name="周 耀阳" userId="6260573ca82bfa6b" providerId="LiveId" clId="{5634339B-B9AC-4034-A199-9AB81C85832A}" dt="2021-05-12T01:54:52.811" v="1412"/>
          <ac:spMkLst>
            <pc:docMk/>
            <pc:sldMk cId="4040235061" sldId="292"/>
            <ac:spMk id="3" creationId="{136E6237-C6E7-428B-AE58-9B8E1F278017}"/>
          </ac:spMkLst>
        </pc:spChg>
      </pc:sldChg>
      <pc:sldChg chg="modSp add">
        <pc:chgData name="周 耀阳" userId="6260573ca82bfa6b" providerId="LiveId" clId="{5634339B-B9AC-4034-A199-9AB81C85832A}" dt="2021-05-12T01:54:52.811" v="1412"/>
        <pc:sldMkLst>
          <pc:docMk/>
          <pc:sldMk cId="1149674262" sldId="293"/>
        </pc:sldMkLst>
        <pc:spChg chg="mod">
          <ac:chgData name="周 耀阳" userId="6260573ca82bfa6b" providerId="LiveId" clId="{5634339B-B9AC-4034-A199-9AB81C85832A}" dt="2021-05-12T01:54:52.811" v="1412"/>
          <ac:spMkLst>
            <pc:docMk/>
            <pc:sldMk cId="1149674262" sldId="293"/>
            <ac:spMk id="2" creationId="{2C52AB47-6473-4BA5-B661-BD1D934B5AB1}"/>
          </ac:spMkLst>
        </pc:spChg>
        <pc:spChg chg="mod">
          <ac:chgData name="周 耀阳" userId="6260573ca82bfa6b" providerId="LiveId" clId="{5634339B-B9AC-4034-A199-9AB81C85832A}" dt="2021-05-12T01:54:52.811" v="1412"/>
          <ac:spMkLst>
            <pc:docMk/>
            <pc:sldMk cId="1149674262" sldId="293"/>
            <ac:spMk id="3" creationId="{A253BE45-9FF0-4DBC-B408-13BA243719FC}"/>
          </ac:spMkLst>
        </pc:spChg>
      </pc:sldChg>
      <pc:sldChg chg="add del">
        <pc:chgData name="周 耀阳" userId="6260573ca82bfa6b" providerId="LiveId" clId="{5634339B-B9AC-4034-A199-9AB81C85832A}" dt="2021-05-12T01:17:41.959" v="1110" actId="47"/>
        <pc:sldMkLst>
          <pc:docMk/>
          <pc:sldMk cId="872365143" sldId="294"/>
        </pc:sldMkLst>
      </pc:sldChg>
      <pc:sldChg chg="addSp modSp new mod">
        <pc:chgData name="周 耀阳" userId="6260573ca82bfa6b" providerId="LiveId" clId="{5634339B-B9AC-4034-A199-9AB81C85832A}" dt="2021-05-12T01:54:52.811" v="1412"/>
        <pc:sldMkLst>
          <pc:docMk/>
          <pc:sldMk cId="4055322654" sldId="294"/>
        </pc:sldMkLst>
        <pc:spChg chg="mod">
          <ac:chgData name="周 耀阳" userId="6260573ca82bfa6b" providerId="LiveId" clId="{5634339B-B9AC-4034-A199-9AB81C85832A}" dt="2021-05-12T01:54:52.811" v="1412"/>
          <ac:spMkLst>
            <pc:docMk/>
            <pc:sldMk cId="4055322654" sldId="294"/>
            <ac:spMk id="2" creationId="{9EFFDA89-8274-4ACE-AB87-14FA32F4EE9D}"/>
          </ac:spMkLst>
        </pc:spChg>
        <pc:spChg chg="mod">
          <ac:chgData name="周 耀阳" userId="6260573ca82bfa6b" providerId="LiveId" clId="{5634339B-B9AC-4034-A199-9AB81C85832A}" dt="2021-05-12T01:54:52.811" v="1412"/>
          <ac:spMkLst>
            <pc:docMk/>
            <pc:sldMk cId="4055322654" sldId="294"/>
            <ac:spMk id="3" creationId="{F812DC83-24FC-46E1-8A01-89D819D4B45E}"/>
          </ac:spMkLst>
        </pc:spChg>
        <pc:picChg chg="add mod">
          <ac:chgData name="周 耀阳" userId="6260573ca82bfa6b" providerId="LiveId" clId="{5634339B-B9AC-4034-A199-9AB81C85832A}" dt="2021-05-12T01:25:57.105" v="1239" actId="1076"/>
          <ac:picMkLst>
            <pc:docMk/>
            <pc:sldMk cId="4055322654" sldId="294"/>
            <ac:picMk id="5" creationId="{650A47D3-E08A-446C-9D88-056DFA4E4C84}"/>
          </ac:picMkLst>
        </pc:picChg>
      </pc:sldChg>
      <pc:sldChg chg="modSp new mod">
        <pc:chgData name="周 耀阳" userId="6260573ca82bfa6b" providerId="LiveId" clId="{5634339B-B9AC-4034-A199-9AB81C85832A}" dt="2021-05-12T01:54:52.811" v="1412"/>
        <pc:sldMkLst>
          <pc:docMk/>
          <pc:sldMk cId="1251412038" sldId="295"/>
        </pc:sldMkLst>
        <pc:spChg chg="mod">
          <ac:chgData name="周 耀阳" userId="6260573ca82bfa6b" providerId="LiveId" clId="{5634339B-B9AC-4034-A199-9AB81C85832A}" dt="2021-05-12T01:54:52.811" v="1412"/>
          <ac:spMkLst>
            <pc:docMk/>
            <pc:sldMk cId="1251412038" sldId="295"/>
            <ac:spMk id="2" creationId="{1ABE131B-5319-4EA4-BC0A-B3ADF20CC23B}"/>
          </ac:spMkLst>
        </pc:spChg>
        <pc:spChg chg="mod">
          <ac:chgData name="周 耀阳" userId="6260573ca82bfa6b" providerId="LiveId" clId="{5634339B-B9AC-4034-A199-9AB81C85832A}" dt="2021-05-12T01:54:52.811" v="1412"/>
          <ac:spMkLst>
            <pc:docMk/>
            <pc:sldMk cId="1251412038" sldId="295"/>
            <ac:spMk id="3" creationId="{65EB17E4-8A59-40CB-84D7-DFA3F432C594}"/>
          </ac:spMkLst>
        </pc:spChg>
      </pc:sldChg>
      <pc:sldChg chg="addSp delSp modSp new mod modNotesTx">
        <pc:chgData name="周 耀阳" userId="6260573ca82bfa6b" providerId="LiveId" clId="{5634339B-B9AC-4034-A199-9AB81C85832A}" dt="2021-05-12T03:31:28.012" v="1498" actId="20577"/>
        <pc:sldMkLst>
          <pc:docMk/>
          <pc:sldMk cId="2701047211" sldId="296"/>
        </pc:sldMkLst>
        <pc:spChg chg="mod">
          <ac:chgData name="周 耀阳" userId="6260573ca82bfa6b" providerId="LiveId" clId="{5634339B-B9AC-4034-A199-9AB81C85832A}" dt="2021-05-12T02:08:54.723" v="1415" actId="20577"/>
          <ac:spMkLst>
            <pc:docMk/>
            <pc:sldMk cId="2701047211" sldId="296"/>
            <ac:spMk id="2" creationId="{50F8C734-A9C2-44AD-B411-A3AD5728F868}"/>
          </ac:spMkLst>
        </pc:spChg>
        <pc:spChg chg="del">
          <ac:chgData name="周 耀阳" userId="6260573ca82bfa6b" providerId="LiveId" clId="{5634339B-B9AC-4034-A199-9AB81C85832A}" dt="2021-05-12T02:09:00.812" v="1416"/>
          <ac:spMkLst>
            <pc:docMk/>
            <pc:sldMk cId="2701047211" sldId="296"/>
            <ac:spMk id="3" creationId="{0C487CCC-3C93-4746-9FA7-626C80F232DD}"/>
          </ac:spMkLst>
        </pc:spChg>
        <pc:spChg chg="add del mod">
          <ac:chgData name="周 耀阳" userId="6260573ca82bfa6b" providerId="LiveId" clId="{5634339B-B9AC-4034-A199-9AB81C85832A}" dt="2021-05-12T02:33:15.592" v="1432" actId="478"/>
          <ac:spMkLst>
            <pc:docMk/>
            <pc:sldMk cId="2701047211" sldId="296"/>
            <ac:spMk id="6" creationId="{3DF1FA66-5490-4138-ADA6-8CA9EBAB1611}"/>
          </ac:spMkLst>
        </pc:spChg>
        <pc:spChg chg="add mod">
          <ac:chgData name="周 耀阳" userId="6260573ca82bfa6b" providerId="LiveId" clId="{5634339B-B9AC-4034-A199-9AB81C85832A}" dt="2021-05-12T02:10:50.391" v="1429" actId="1076"/>
          <ac:spMkLst>
            <pc:docMk/>
            <pc:sldMk cId="2701047211" sldId="296"/>
            <ac:spMk id="8" creationId="{A23A55AD-6E61-4169-86CD-DD1281B620E0}"/>
          </ac:spMkLst>
        </pc:spChg>
        <pc:spChg chg="add mod">
          <ac:chgData name="周 耀阳" userId="6260573ca82bfa6b" providerId="LiveId" clId="{5634339B-B9AC-4034-A199-9AB81C85832A}" dt="2021-05-12T02:10:50.391" v="1429" actId="1076"/>
          <ac:spMkLst>
            <pc:docMk/>
            <pc:sldMk cId="2701047211" sldId="296"/>
            <ac:spMk id="9" creationId="{E2B65ED3-7CAB-4BFD-B077-9634AC688ED2}"/>
          </ac:spMkLst>
        </pc:spChg>
        <pc:spChg chg="add mod">
          <ac:chgData name="周 耀阳" userId="6260573ca82bfa6b" providerId="LiveId" clId="{5634339B-B9AC-4034-A199-9AB81C85832A}" dt="2021-05-12T02:10:50.391" v="1429" actId="1076"/>
          <ac:spMkLst>
            <pc:docMk/>
            <pc:sldMk cId="2701047211" sldId="296"/>
            <ac:spMk id="10" creationId="{6FBE49F8-697E-4DC1-99EB-A79627F15303}"/>
          </ac:spMkLst>
        </pc:spChg>
        <pc:picChg chg="add del mod">
          <ac:chgData name="周 耀阳" userId="6260573ca82bfa6b" providerId="LiveId" clId="{5634339B-B9AC-4034-A199-9AB81C85832A}" dt="2021-05-12T02:10:13.379" v="1421" actId="478"/>
          <ac:picMkLst>
            <pc:docMk/>
            <pc:sldMk cId="2701047211" sldId="296"/>
            <ac:picMk id="4" creationId="{CD9E339F-FE88-4B2D-BCAE-725A32D791FB}"/>
          </ac:picMkLst>
        </pc:picChg>
        <pc:picChg chg="add mod">
          <ac:chgData name="周 耀阳" userId="6260573ca82bfa6b" providerId="LiveId" clId="{5634339B-B9AC-4034-A199-9AB81C85832A}" dt="2021-05-12T02:10:53.200" v="1430" actId="1076"/>
          <ac:picMkLst>
            <pc:docMk/>
            <pc:sldMk cId="2701047211" sldId="296"/>
            <ac:picMk id="7" creationId="{ECE1CA7B-B27D-406F-8A8E-020738745F93}"/>
          </ac:picMkLst>
        </pc:picChg>
      </pc:sldChg>
      <pc:sldChg chg="add">
        <pc:chgData name="周 耀阳" userId="6260573ca82bfa6b" providerId="LiveId" clId="{5634339B-B9AC-4034-A199-9AB81C85832A}" dt="2021-05-12T02:33:46.346" v="1435"/>
        <pc:sldMkLst>
          <pc:docMk/>
          <pc:sldMk cId="1794846531" sldId="297"/>
        </pc:sldMkLst>
      </pc:sldChg>
    </pc:docChg>
  </pc:docChgLst>
  <pc:docChgLst>
    <pc:chgData name="周 耀阳" userId="6260573ca82bfa6b" providerId="LiveId" clId="{5B56235C-F079-4196-9584-84DA21CA77B2}"/>
    <pc:docChg chg="custSel addSld delSld modSld">
      <pc:chgData name="周 耀阳" userId="6260573ca82bfa6b" providerId="LiveId" clId="{5B56235C-F079-4196-9584-84DA21CA77B2}" dt="2022-06-27T04:55:57.843" v="1309"/>
      <pc:docMkLst>
        <pc:docMk/>
      </pc:docMkLst>
      <pc:sldChg chg="del">
        <pc:chgData name="周 耀阳" userId="6260573ca82bfa6b" providerId="LiveId" clId="{5B56235C-F079-4196-9584-84DA21CA77B2}" dt="2022-06-22T03:02:54.129" v="30" actId="47"/>
        <pc:sldMkLst>
          <pc:docMk/>
          <pc:sldMk cId="1670305707" sldId="259"/>
        </pc:sldMkLst>
      </pc:sldChg>
      <pc:sldChg chg="del">
        <pc:chgData name="周 耀阳" userId="6260573ca82bfa6b" providerId="LiveId" clId="{5B56235C-F079-4196-9584-84DA21CA77B2}" dt="2022-06-22T03:02:54.129" v="30" actId="47"/>
        <pc:sldMkLst>
          <pc:docMk/>
          <pc:sldMk cId="2323263438" sldId="261"/>
        </pc:sldMkLst>
      </pc:sldChg>
      <pc:sldChg chg="modSp mod modNotesTx">
        <pc:chgData name="周 耀阳" userId="6260573ca82bfa6b" providerId="LiveId" clId="{5B56235C-F079-4196-9584-84DA21CA77B2}" dt="2022-06-22T03:03:24.782" v="76" actId="20577"/>
        <pc:sldMkLst>
          <pc:docMk/>
          <pc:sldMk cId="2168561699" sldId="266"/>
        </pc:sldMkLst>
        <pc:spChg chg="mod">
          <ac:chgData name="周 耀阳" userId="6260573ca82bfa6b" providerId="LiveId" clId="{5B56235C-F079-4196-9584-84DA21CA77B2}" dt="2022-06-22T03:03:24.782" v="76" actId="20577"/>
          <ac:spMkLst>
            <pc:docMk/>
            <pc:sldMk cId="2168561699" sldId="266"/>
            <ac:spMk id="4" creationId="{8C9E5DEB-B252-4D7B-9B8C-3EF6AC0F2BD8}"/>
          </ac:spMkLst>
        </pc:spChg>
        <pc:spChg chg="mod">
          <ac:chgData name="周 耀阳" userId="6260573ca82bfa6b" providerId="LiveId" clId="{5B56235C-F079-4196-9584-84DA21CA77B2}" dt="2022-06-22T03:02:39.983" v="28" actId="27636"/>
          <ac:spMkLst>
            <pc:docMk/>
            <pc:sldMk cId="2168561699" sldId="266"/>
            <ac:spMk id="5" creationId="{6A353BAB-F11B-410F-BEAC-ABDBE8281CBE}"/>
          </ac:spMkLst>
        </pc:spChg>
      </pc:sldChg>
      <pc:sldChg chg="del">
        <pc:chgData name="周 耀阳" userId="6260573ca82bfa6b" providerId="LiveId" clId="{5B56235C-F079-4196-9584-84DA21CA77B2}" dt="2022-06-22T03:02:54.129" v="30" actId="47"/>
        <pc:sldMkLst>
          <pc:docMk/>
          <pc:sldMk cId="3262307341" sldId="267"/>
        </pc:sldMkLst>
      </pc:sldChg>
      <pc:sldChg chg="del">
        <pc:chgData name="周 耀阳" userId="6260573ca82bfa6b" providerId="LiveId" clId="{5B56235C-F079-4196-9584-84DA21CA77B2}" dt="2022-06-22T03:02:54.129" v="30" actId="47"/>
        <pc:sldMkLst>
          <pc:docMk/>
          <pc:sldMk cId="1776041458" sldId="275"/>
        </pc:sldMkLst>
      </pc:sldChg>
      <pc:sldChg chg="del">
        <pc:chgData name="周 耀阳" userId="6260573ca82bfa6b" providerId="LiveId" clId="{5B56235C-F079-4196-9584-84DA21CA77B2}" dt="2022-06-22T03:02:54.129" v="30" actId="47"/>
        <pc:sldMkLst>
          <pc:docMk/>
          <pc:sldMk cId="4121174608" sldId="276"/>
        </pc:sldMkLst>
      </pc:sldChg>
      <pc:sldChg chg="del">
        <pc:chgData name="周 耀阳" userId="6260573ca82bfa6b" providerId="LiveId" clId="{5B56235C-F079-4196-9584-84DA21CA77B2}" dt="2022-06-22T03:02:54.129" v="30" actId="47"/>
        <pc:sldMkLst>
          <pc:docMk/>
          <pc:sldMk cId="2568168495" sldId="277"/>
        </pc:sldMkLst>
      </pc:sldChg>
      <pc:sldChg chg="del">
        <pc:chgData name="周 耀阳" userId="6260573ca82bfa6b" providerId="LiveId" clId="{5B56235C-F079-4196-9584-84DA21CA77B2}" dt="2022-06-22T03:02:54.129" v="30" actId="47"/>
        <pc:sldMkLst>
          <pc:docMk/>
          <pc:sldMk cId="3846376560" sldId="279"/>
        </pc:sldMkLst>
      </pc:sldChg>
      <pc:sldChg chg="modSp mod modNotesTx">
        <pc:chgData name="周 耀阳" userId="6260573ca82bfa6b" providerId="LiveId" clId="{5B56235C-F079-4196-9584-84DA21CA77B2}" dt="2022-06-22T03:06:34.829" v="296" actId="20577"/>
        <pc:sldMkLst>
          <pc:docMk/>
          <pc:sldMk cId="2857920854" sldId="284"/>
        </pc:sldMkLst>
        <pc:spChg chg="mod">
          <ac:chgData name="周 耀阳" userId="6260573ca82bfa6b" providerId="LiveId" clId="{5B56235C-F079-4196-9584-84DA21CA77B2}" dt="2022-06-22T03:04:25.652" v="123"/>
          <ac:spMkLst>
            <pc:docMk/>
            <pc:sldMk cId="2857920854" sldId="284"/>
            <ac:spMk id="2" creationId="{14BF811C-4AE2-4448-92C4-D75AEA434754}"/>
          </ac:spMkLst>
        </pc:spChg>
        <pc:spChg chg="mod">
          <ac:chgData name="周 耀阳" userId="6260573ca82bfa6b" providerId="LiveId" clId="{5B56235C-F079-4196-9584-84DA21CA77B2}" dt="2022-06-22T03:06:30.469" v="295" actId="20577"/>
          <ac:spMkLst>
            <pc:docMk/>
            <pc:sldMk cId="2857920854" sldId="284"/>
            <ac:spMk id="3" creationId="{DD5DD821-37B1-4A13-83E9-2CBFE5A8F884}"/>
          </ac:spMkLst>
        </pc:spChg>
      </pc:sldChg>
      <pc:sldChg chg="modSp new mod">
        <pc:chgData name="周 耀阳" userId="6260573ca82bfa6b" providerId="LiveId" clId="{5B56235C-F079-4196-9584-84DA21CA77B2}" dt="2022-06-22T03:26:47.385" v="610" actId="20577"/>
        <pc:sldMkLst>
          <pc:docMk/>
          <pc:sldMk cId="3015791504" sldId="285"/>
        </pc:sldMkLst>
        <pc:spChg chg="mod">
          <ac:chgData name="周 耀阳" userId="6260573ca82bfa6b" providerId="LiveId" clId="{5B56235C-F079-4196-9584-84DA21CA77B2}" dt="2022-06-22T03:26:47.385" v="610" actId="20577"/>
          <ac:spMkLst>
            <pc:docMk/>
            <pc:sldMk cId="3015791504" sldId="285"/>
            <ac:spMk id="2" creationId="{11A2E50E-4448-441A-6EC8-74026CAC6679}"/>
          </ac:spMkLst>
        </pc:spChg>
        <pc:spChg chg="mod">
          <ac:chgData name="周 耀阳" userId="6260573ca82bfa6b" providerId="LiveId" clId="{5B56235C-F079-4196-9584-84DA21CA77B2}" dt="2022-06-22T03:07:11.473" v="302"/>
          <ac:spMkLst>
            <pc:docMk/>
            <pc:sldMk cId="3015791504" sldId="285"/>
            <ac:spMk id="3" creationId="{A69334D1-210C-DB2C-C2F9-8571FC20A4AA}"/>
          </ac:spMkLst>
        </pc:spChg>
      </pc:sldChg>
      <pc:sldChg chg="modSp add mod">
        <pc:chgData name="周 耀阳" userId="6260573ca82bfa6b" providerId="LiveId" clId="{5B56235C-F079-4196-9584-84DA21CA77B2}" dt="2022-06-27T04:55:57.843" v="1309"/>
        <pc:sldMkLst>
          <pc:docMk/>
          <pc:sldMk cId="910474466" sldId="286"/>
        </pc:sldMkLst>
        <pc:spChg chg="mod">
          <ac:chgData name="周 耀阳" userId="6260573ca82bfa6b" providerId="LiveId" clId="{5B56235C-F079-4196-9584-84DA21CA77B2}" dt="2022-06-27T04:55:57.843" v="1309"/>
          <ac:spMkLst>
            <pc:docMk/>
            <pc:sldMk cId="910474466" sldId="286"/>
            <ac:spMk id="2" creationId="{11A2E50E-4448-441A-6EC8-74026CAC6679}"/>
          </ac:spMkLst>
        </pc:spChg>
        <pc:spChg chg="mod">
          <ac:chgData name="周 耀阳" userId="6260573ca82bfa6b" providerId="LiveId" clId="{5B56235C-F079-4196-9584-84DA21CA77B2}" dt="2022-06-22T03:08:53.428" v="396" actId="20577"/>
          <ac:spMkLst>
            <pc:docMk/>
            <pc:sldMk cId="910474466" sldId="286"/>
            <ac:spMk id="3" creationId="{A69334D1-210C-DB2C-C2F9-8571FC20A4AA}"/>
          </ac:spMkLst>
        </pc:spChg>
      </pc:sldChg>
      <pc:sldChg chg="del">
        <pc:chgData name="周 耀阳" userId="6260573ca82bfa6b" providerId="LiveId" clId="{5B56235C-F079-4196-9584-84DA21CA77B2}" dt="2022-06-22T03:02:54.129" v="30" actId="47"/>
        <pc:sldMkLst>
          <pc:docMk/>
          <pc:sldMk cId="3718209610" sldId="286"/>
        </pc:sldMkLst>
      </pc:sldChg>
      <pc:sldChg chg="del">
        <pc:chgData name="周 耀阳" userId="6260573ca82bfa6b" providerId="LiveId" clId="{5B56235C-F079-4196-9584-84DA21CA77B2}" dt="2022-06-22T03:02:54.129" v="30" actId="47"/>
        <pc:sldMkLst>
          <pc:docMk/>
          <pc:sldMk cId="726710360" sldId="287"/>
        </pc:sldMkLst>
      </pc:sldChg>
      <pc:sldChg chg="modSp add mod">
        <pc:chgData name="周 耀阳" userId="6260573ca82bfa6b" providerId="LiveId" clId="{5B56235C-F079-4196-9584-84DA21CA77B2}" dt="2022-06-22T03:32:30.615" v="800" actId="5793"/>
        <pc:sldMkLst>
          <pc:docMk/>
          <pc:sldMk cId="3278615090" sldId="287"/>
        </pc:sldMkLst>
        <pc:spChg chg="mod">
          <ac:chgData name="周 耀阳" userId="6260573ca82bfa6b" providerId="LiveId" clId="{5B56235C-F079-4196-9584-84DA21CA77B2}" dt="2022-06-22T03:32:30.615" v="800" actId="5793"/>
          <ac:spMkLst>
            <pc:docMk/>
            <pc:sldMk cId="3278615090" sldId="287"/>
            <ac:spMk id="2" creationId="{11A2E50E-4448-441A-6EC8-74026CAC6679}"/>
          </ac:spMkLst>
        </pc:spChg>
        <pc:spChg chg="mod">
          <ac:chgData name="周 耀阳" userId="6260573ca82bfa6b" providerId="LiveId" clId="{5B56235C-F079-4196-9584-84DA21CA77B2}" dt="2022-06-22T03:31:22.374" v="766"/>
          <ac:spMkLst>
            <pc:docMk/>
            <pc:sldMk cId="3278615090" sldId="287"/>
            <ac:spMk id="3" creationId="{A69334D1-210C-DB2C-C2F9-8571FC20A4AA}"/>
          </ac:spMkLst>
        </pc:spChg>
      </pc:sldChg>
      <pc:sldChg chg="modSp new mod">
        <pc:chgData name="周 耀阳" userId="6260573ca82bfa6b" providerId="LiveId" clId="{5B56235C-F079-4196-9584-84DA21CA77B2}" dt="2022-06-22T03:43:06.414" v="1306" actId="20577"/>
        <pc:sldMkLst>
          <pc:docMk/>
          <pc:sldMk cId="2465642871" sldId="288"/>
        </pc:sldMkLst>
        <pc:spChg chg="mod">
          <ac:chgData name="周 耀阳" userId="6260573ca82bfa6b" providerId="LiveId" clId="{5B56235C-F079-4196-9584-84DA21CA77B2}" dt="2022-06-22T03:43:06.414" v="1306" actId="20577"/>
          <ac:spMkLst>
            <pc:docMk/>
            <pc:sldMk cId="2465642871" sldId="288"/>
            <ac:spMk id="2" creationId="{BC293213-1F9E-689B-90C0-21A6CF609C16}"/>
          </ac:spMkLst>
        </pc:spChg>
        <pc:spChg chg="mod">
          <ac:chgData name="周 耀阳" userId="6260573ca82bfa6b" providerId="LiveId" clId="{5B56235C-F079-4196-9584-84DA21CA77B2}" dt="2022-06-22T03:32:55.074" v="815"/>
          <ac:spMkLst>
            <pc:docMk/>
            <pc:sldMk cId="2465642871" sldId="288"/>
            <ac:spMk id="3" creationId="{03BDDB95-CCE1-376E-3E6D-C8C851E4233E}"/>
          </ac:spMkLst>
        </pc:spChg>
      </pc:sldChg>
      <pc:sldChg chg="del">
        <pc:chgData name="周 耀阳" userId="6260573ca82bfa6b" providerId="LiveId" clId="{5B56235C-F079-4196-9584-84DA21CA77B2}" dt="2022-06-22T03:02:54.129" v="30" actId="47"/>
        <pc:sldMkLst>
          <pc:docMk/>
          <pc:sldMk cId="3246256761" sldId="288"/>
        </pc:sldMkLst>
      </pc:sldChg>
      <pc:sldChg chg="modSp new del mod">
        <pc:chgData name="周 耀阳" userId="6260573ca82bfa6b" providerId="LiveId" clId="{5B56235C-F079-4196-9584-84DA21CA77B2}" dt="2022-06-22T03:42:40.305" v="1240" actId="47"/>
        <pc:sldMkLst>
          <pc:docMk/>
          <pc:sldMk cId="244493302" sldId="289"/>
        </pc:sldMkLst>
        <pc:spChg chg="mod">
          <ac:chgData name="周 耀阳" userId="6260573ca82bfa6b" providerId="LiveId" clId="{5B56235C-F079-4196-9584-84DA21CA77B2}" dt="2022-06-22T03:41:50.575" v="1167" actId="21"/>
          <ac:spMkLst>
            <pc:docMk/>
            <pc:sldMk cId="244493302" sldId="289"/>
            <ac:spMk id="3" creationId="{37FF36C5-BB4C-C14E-1202-E9B1FE267DDA}"/>
          </ac:spMkLst>
        </pc:spChg>
      </pc:sldChg>
      <pc:sldChg chg="del">
        <pc:chgData name="周 耀阳" userId="6260573ca82bfa6b" providerId="LiveId" clId="{5B56235C-F079-4196-9584-84DA21CA77B2}" dt="2022-06-22T03:02:54.129" v="30" actId="47"/>
        <pc:sldMkLst>
          <pc:docMk/>
          <pc:sldMk cId="2543502177" sldId="290"/>
        </pc:sldMkLst>
      </pc:sldChg>
      <pc:sldChg chg="del">
        <pc:chgData name="周 耀阳" userId="6260573ca82bfa6b" providerId="LiveId" clId="{5B56235C-F079-4196-9584-84DA21CA77B2}" dt="2022-06-22T03:02:54.129" v="30" actId="47"/>
        <pc:sldMkLst>
          <pc:docMk/>
          <pc:sldMk cId="2275654350" sldId="291"/>
        </pc:sldMkLst>
      </pc:sldChg>
      <pc:sldChg chg="del">
        <pc:chgData name="周 耀阳" userId="6260573ca82bfa6b" providerId="LiveId" clId="{5B56235C-F079-4196-9584-84DA21CA77B2}" dt="2022-06-22T03:02:54.129" v="30" actId="47"/>
        <pc:sldMkLst>
          <pc:docMk/>
          <pc:sldMk cId="4055322654" sldId="294"/>
        </pc:sldMkLst>
      </pc:sldChg>
      <pc:sldChg chg="del">
        <pc:chgData name="周 耀阳" userId="6260573ca82bfa6b" providerId="LiveId" clId="{5B56235C-F079-4196-9584-84DA21CA77B2}" dt="2022-06-22T03:02:49.673" v="29" actId="47"/>
        <pc:sldMkLst>
          <pc:docMk/>
          <pc:sldMk cId="1794846531" sldId="297"/>
        </pc:sldMkLst>
      </pc:sldChg>
      <pc:sldChg chg="del">
        <pc:chgData name="周 耀阳" userId="6260573ca82bfa6b" providerId="LiveId" clId="{5B56235C-F079-4196-9584-84DA21CA77B2}" dt="2022-06-22T03:02:54.129" v="30" actId="47"/>
        <pc:sldMkLst>
          <pc:docMk/>
          <pc:sldMk cId="3841038344" sldId="299"/>
        </pc:sldMkLst>
      </pc:sldChg>
      <pc:sldChg chg="del">
        <pc:chgData name="周 耀阳" userId="6260573ca82bfa6b" providerId="LiveId" clId="{5B56235C-F079-4196-9584-84DA21CA77B2}" dt="2022-06-22T03:02:54.129" v="30" actId="47"/>
        <pc:sldMkLst>
          <pc:docMk/>
          <pc:sldMk cId="701148400" sldId="300"/>
        </pc:sldMkLst>
      </pc:sldChg>
      <pc:sldChg chg="del">
        <pc:chgData name="周 耀阳" userId="6260573ca82bfa6b" providerId="LiveId" clId="{5B56235C-F079-4196-9584-84DA21CA77B2}" dt="2022-06-22T03:02:54.129" v="30" actId="47"/>
        <pc:sldMkLst>
          <pc:docMk/>
          <pc:sldMk cId="1471577390" sldId="301"/>
        </pc:sldMkLst>
      </pc:sldChg>
      <pc:sldChg chg="del">
        <pc:chgData name="周 耀阳" userId="6260573ca82bfa6b" providerId="LiveId" clId="{5B56235C-F079-4196-9584-84DA21CA77B2}" dt="2022-06-22T03:02:54.129" v="30" actId="47"/>
        <pc:sldMkLst>
          <pc:docMk/>
          <pc:sldMk cId="1236536502" sldId="302"/>
        </pc:sldMkLst>
      </pc:sldChg>
      <pc:sldChg chg="del">
        <pc:chgData name="周 耀阳" userId="6260573ca82bfa6b" providerId="LiveId" clId="{5B56235C-F079-4196-9584-84DA21CA77B2}" dt="2022-06-22T03:02:54.129" v="30" actId="47"/>
        <pc:sldMkLst>
          <pc:docMk/>
          <pc:sldMk cId="2836022906" sldId="303"/>
        </pc:sldMkLst>
      </pc:sldChg>
      <pc:sldChg chg="del">
        <pc:chgData name="周 耀阳" userId="6260573ca82bfa6b" providerId="LiveId" clId="{5B56235C-F079-4196-9584-84DA21CA77B2}" dt="2022-06-22T03:02:54.129" v="30" actId="47"/>
        <pc:sldMkLst>
          <pc:docMk/>
          <pc:sldMk cId="2858164799" sldId="304"/>
        </pc:sldMkLst>
      </pc:sldChg>
      <pc:sldChg chg="del">
        <pc:chgData name="周 耀阳" userId="6260573ca82bfa6b" providerId="LiveId" clId="{5B56235C-F079-4196-9584-84DA21CA77B2}" dt="2022-06-22T03:02:54.129" v="30" actId="47"/>
        <pc:sldMkLst>
          <pc:docMk/>
          <pc:sldMk cId="3053852877" sldId="305"/>
        </pc:sldMkLst>
      </pc:sldChg>
      <pc:sldChg chg="del">
        <pc:chgData name="周 耀阳" userId="6260573ca82bfa6b" providerId="LiveId" clId="{5B56235C-F079-4196-9584-84DA21CA77B2}" dt="2022-06-22T03:02:54.129" v="30" actId="47"/>
        <pc:sldMkLst>
          <pc:docMk/>
          <pc:sldMk cId="3591458383" sldId="306"/>
        </pc:sldMkLst>
      </pc:sldChg>
      <pc:sldMasterChg chg="delSldLayout">
        <pc:chgData name="周 耀阳" userId="6260573ca82bfa6b" providerId="LiveId" clId="{5B56235C-F079-4196-9584-84DA21CA77B2}" dt="2022-06-22T03:02:54.129" v="30" actId="47"/>
        <pc:sldMasterMkLst>
          <pc:docMk/>
          <pc:sldMasterMk cId="2565862569" sldId="2147483666"/>
        </pc:sldMasterMkLst>
        <pc:sldLayoutChg chg="del">
          <pc:chgData name="周 耀阳" userId="6260573ca82bfa6b" providerId="LiveId" clId="{5B56235C-F079-4196-9584-84DA21CA77B2}" dt="2022-06-22T03:02:54.129" v="30" actId="47"/>
          <pc:sldLayoutMkLst>
            <pc:docMk/>
            <pc:sldMasterMk cId="2565862569" sldId="2147483666"/>
            <pc:sldLayoutMk cId="492324920" sldId="2147483677"/>
          </pc:sldLayoutMkLst>
        </pc:sldLayoutChg>
      </pc:sldMasterChg>
    </pc:docChg>
  </pc:docChgLst>
  <pc:docChgLst>
    <pc:chgData name="周 耀阳" userId="6260573ca82bfa6b" providerId="LiveId" clId="{009B872B-ABF9-42E3-8A12-921DA2D3B2F3}"/>
    <pc:docChg chg="undo custSel addSld delSld modSld modMainMaster">
      <pc:chgData name="周 耀阳" userId="6260573ca82bfa6b" providerId="LiveId" clId="{009B872B-ABF9-42E3-8A12-921DA2D3B2F3}" dt="2022-06-30T02:31:29.437" v="2910" actId="20577"/>
      <pc:docMkLst>
        <pc:docMk/>
      </pc:docMkLst>
      <pc:sldChg chg="modSp mod">
        <pc:chgData name="周 耀阳" userId="6260573ca82bfa6b" providerId="LiveId" clId="{009B872B-ABF9-42E3-8A12-921DA2D3B2F3}" dt="2022-06-28T02:09:09.807" v="8"/>
        <pc:sldMkLst>
          <pc:docMk/>
          <pc:sldMk cId="2168561699" sldId="266"/>
        </pc:sldMkLst>
        <pc:spChg chg="mod">
          <ac:chgData name="周 耀阳" userId="6260573ca82bfa6b" providerId="LiveId" clId="{009B872B-ABF9-42E3-8A12-921DA2D3B2F3}" dt="2022-06-28T02:09:09.807" v="8"/>
          <ac:spMkLst>
            <pc:docMk/>
            <pc:sldMk cId="2168561699" sldId="266"/>
            <ac:spMk id="4" creationId="{8C9E5DEB-B252-4D7B-9B8C-3EF6AC0F2BD8}"/>
          </ac:spMkLst>
        </pc:spChg>
      </pc:sldChg>
      <pc:sldChg chg="del">
        <pc:chgData name="周 耀阳" userId="6260573ca82bfa6b" providerId="LiveId" clId="{009B872B-ABF9-42E3-8A12-921DA2D3B2F3}" dt="2022-06-28T02:24:17.862" v="398" actId="47"/>
        <pc:sldMkLst>
          <pc:docMk/>
          <pc:sldMk cId="2857920854" sldId="284"/>
        </pc:sldMkLst>
      </pc:sldChg>
      <pc:sldChg chg="del">
        <pc:chgData name="周 耀阳" userId="6260573ca82bfa6b" providerId="LiveId" clId="{009B872B-ABF9-42E3-8A12-921DA2D3B2F3}" dt="2022-06-28T03:03:42.431" v="1375" actId="47"/>
        <pc:sldMkLst>
          <pc:docMk/>
          <pc:sldMk cId="3015791504" sldId="285"/>
        </pc:sldMkLst>
      </pc:sldChg>
      <pc:sldChg chg="del">
        <pc:chgData name="周 耀阳" userId="6260573ca82bfa6b" providerId="LiveId" clId="{009B872B-ABF9-42E3-8A12-921DA2D3B2F3}" dt="2022-06-28T03:03:56.266" v="1377" actId="47"/>
        <pc:sldMkLst>
          <pc:docMk/>
          <pc:sldMk cId="910474466" sldId="286"/>
        </pc:sldMkLst>
      </pc:sldChg>
      <pc:sldChg chg="del">
        <pc:chgData name="周 耀阳" userId="6260573ca82bfa6b" providerId="LiveId" clId="{009B872B-ABF9-42E3-8A12-921DA2D3B2F3}" dt="2022-06-28T03:03:43.285" v="1376" actId="47"/>
        <pc:sldMkLst>
          <pc:docMk/>
          <pc:sldMk cId="3278615090" sldId="287"/>
        </pc:sldMkLst>
      </pc:sldChg>
      <pc:sldChg chg="del">
        <pc:chgData name="周 耀阳" userId="6260573ca82bfa6b" providerId="LiveId" clId="{009B872B-ABF9-42E3-8A12-921DA2D3B2F3}" dt="2022-06-28T03:05:42.813" v="1389" actId="47"/>
        <pc:sldMkLst>
          <pc:docMk/>
          <pc:sldMk cId="2465642871" sldId="288"/>
        </pc:sldMkLst>
      </pc:sldChg>
      <pc:sldChg chg="addSp modSp new mod">
        <pc:chgData name="周 耀阳" userId="6260573ca82bfa6b" providerId="LiveId" clId="{009B872B-ABF9-42E3-8A12-921DA2D3B2F3}" dt="2022-06-30T01:58:30.779" v="2797" actId="20577"/>
        <pc:sldMkLst>
          <pc:docMk/>
          <pc:sldMk cId="2191809080" sldId="289"/>
        </pc:sldMkLst>
        <pc:spChg chg="mod">
          <ac:chgData name="周 耀阳" userId="6260573ca82bfa6b" providerId="LiveId" clId="{009B872B-ABF9-42E3-8A12-921DA2D3B2F3}" dt="2022-06-30T01:58:30.779" v="2797" actId="20577"/>
          <ac:spMkLst>
            <pc:docMk/>
            <pc:sldMk cId="2191809080" sldId="289"/>
            <ac:spMk id="2" creationId="{E70361C9-51F9-4B8E-72EE-5620C55F9221}"/>
          </ac:spMkLst>
        </pc:spChg>
        <pc:spChg chg="mod">
          <ac:chgData name="周 耀阳" userId="6260573ca82bfa6b" providerId="LiveId" clId="{009B872B-ABF9-42E3-8A12-921DA2D3B2F3}" dt="2022-06-29T10:29:47.834" v="2680" actId="20577"/>
          <ac:spMkLst>
            <pc:docMk/>
            <pc:sldMk cId="2191809080" sldId="289"/>
            <ac:spMk id="3" creationId="{C2F5B27A-CD37-18CE-7E22-994BBD3F4766}"/>
          </ac:spMkLst>
        </pc:spChg>
        <pc:spChg chg="add mod">
          <ac:chgData name="周 耀阳" userId="6260573ca82bfa6b" providerId="LiveId" clId="{009B872B-ABF9-42E3-8A12-921DA2D3B2F3}" dt="2022-06-30T01:37:33.534" v="2785" actId="1076"/>
          <ac:spMkLst>
            <pc:docMk/>
            <pc:sldMk cId="2191809080" sldId="289"/>
            <ac:spMk id="7" creationId="{87BAD655-DBD4-88C6-317C-D844CE6AB226}"/>
          </ac:spMkLst>
        </pc:spChg>
      </pc:sldChg>
      <pc:sldChg chg="modSp new mod">
        <pc:chgData name="周 耀阳" userId="6260573ca82bfa6b" providerId="LiveId" clId="{009B872B-ABF9-42E3-8A12-921DA2D3B2F3}" dt="2022-06-30T01:55:11.443" v="2793"/>
        <pc:sldMkLst>
          <pc:docMk/>
          <pc:sldMk cId="146495572" sldId="290"/>
        </pc:sldMkLst>
        <pc:spChg chg="mod">
          <ac:chgData name="周 耀阳" userId="6260573ca82bfa6b" providerId="LiveId" clId="{009B872B-ABF9-42E3-8A12-921DA2D3B2F3}" dt="2022-06-30T01:55:11.443" v="2793"/>
          <ac:spMkLst>
            <pc:docMk/>
            <pc:sldMk cId="146495572" sldId="290"/>
            <ac:spMk id="2" creationId="{A3F56079-44C2-738F-9C9F-E32EAC239F06}"/>
          </ac:spMkLst>
        </pc:spChg>
        <pc:spChg chg="mod">
          <ac:chgData name="周 耀阳" userId="6260573ca82bfa6b" providerId="LiveId" clId="{009B872B-ABF9-42E3-8A12-921DA2D3B2F3}" dt="2022-06-28T03:00:33.504" v="1205" actId="20577"/>
          <ac:spMkLst>
            <pc:docMk/>
            <pc:sldMk cId="146495572" sldId="290"/>
            <ac:spMk id="3" creationId="{DA460DF8-581A-15E0-71A3-D70D58D5E96B}"/>
          </ac:spMkLst>
        </pc:spChg>
      </pc:sldChg>
      <pc:sldChg chg="modSp add mod">
        <pc:chgData name="周 耀阳" userId="6260573ca82bfa6b" providerId="LiveId" clId="{009B872B-ABF9-42E3-8A12-921DA2D3B2F3}" dt="2022-06-29T07:29:12.041" v="2467"/>
        <pc:sldMkLst>
          <pc:docMk/>
          <pc:sldMk cId="2440338220" sldId="291"/>
        </pc:sldMkLst>
        <pc:spChg chg="mod">
          <ac:chgData name="周 耀阳" userId="6260573ca82bfa6b" providerId="LiveId" clId="{009B872B-ABF9-42E3-8A12-921DA2D3B2F3}" dt="2022-06-29T07:29:12.041" v="2467"/>
          <ac:spMkLst>
            <pc:docMk/>
            <pc:sldMk cId="2440338220" sldId="291"/>
            <ac:spMk id="2" creationId="{A3F56079-44C2-738F-9C9F-E32EAC239F06}"/>
          </ac:spMkLst>
        </pc:spChg>
        <pc:spChg chg="mod">
          <ac:chgData name="周 耀阳" userId="6260573ca82bfa6b" providerId="LiveId" clId="{009B872B-ABF9-42E3-8A12-921DA2D3B2F3}" dt="2022-06-28T03:00:25.275" v="1199" actId="20577"/>
          <ac:spMkLst>
            <pc:docMk/>
            <pc:sldMk cId="2440338220" sldId="291"/>
            <ac:spMk id="3" creationId="{DA460DF8-581A-15E0-71A3-D70D58D5E96B}"/>
          </ac:spMkLst>
        </pc:spChg>
      </pc:sldChg>
      <pc:sldChg chg="modSp new mod">
        <pc:chgData name="周 耀阳" userId="6260573ca82bfa6b" providerId="LiveId" clId="{009B872B-ABF9-42E3-8A12-921DA2D3B2F3}" dt="2022-06-28T03:03:14.264" v="1374" actId="20577"/>
        <pc:sldMkLst>
          <pc:docMk/>
          <pc:sldMk cId="2459436166" sldId="292"/>
        </pc:sldMkLst>
        <pc:spChg chg="mod">
          <ac:chgData name="周 耀阳" userId="6260573ca82bfa6b" providerId="LiveId" clId="{009B872B-ABF9-42E3-8A12-921DA2D3B2F3}" dt="2022-06-28T03:03:14.264" v="1374" actId="20577"/>
          <ac:spMkLst>
            <pc:docMk/>
            <pc:sldMk cId="2459436166" sldId="292"/>
            <ac:spMk id="2" creationId="{435526AC-813E-9548-0E74-07486E5B015E}"/>
          </ac:spMkLst>
        </pc:spChg>
        <pc:spChg chg="mod">
          <ac:chgData name="周 耀阳" userId="6260573ca82bfa6b" providerId="LiveId" clId="{009B872B-ABF9-42E3-8A12-921DA2D3B2F3}" dt="2022-06-28T03:00:38.222" v="1206"/>
          <ac:spMkLst>
            <pc:docMk/>
            <pc:sldMk cId="2459436166" sldId="292"/>
            <ac:spMk id="3" creationId="{191A59CF-E8E0-4F5C-E8B9-20E9AC01CD95}"/>
          </ac:spMkLst>
        </pc:spChg>
      </pc:sldChg>
      <pc:sldChg chg="addSp modSp new mod">
        <pc:chgData name="周 耀阳" userId="6260573ca82bfa6b" providerId="LiveId" clId="{009B872B-ABF9-42E3-8A12-921DA2D3B2F3}" dt="2022-06-30T02:12:13.719" v="2806" actId="1076"/>
        <pc:sldMkLst>
          <pc:docMk/>
          <pc:sldMk cId="2080885016" sldId="293"/>
        </pc:sldMkLst>
        <pc:spChg chg="mod">
          <ac:chgData name="周 耀阳" userId="6260573ca82bfa6b" providerId="LiveId" clId="{009B872B-ABF9-42E3-8A12-921DA2D3B2F3}" dt="2022-06-30T01:36:48.431" v="2778" actId="20577"/>
          <ac:spMkLst>
            <pc:docMk/>
            <pc:sldMk cId="2080885016" sldId="293"/>
            <ac:spMk id="2" creationId="{FC3A5E0B-57A3-D30E-8166-562E1B607C91}"/>
          </ac:spMkLst>
        </pc:spChg>
        <pc:spChg chg="mod">
          <ac:chgData name="周 耀阳" userId="6260573ca82bfa6b" providerId="LiveId" clId="{009B872B-ABF9-42E3-8A12-921DA2D3B2F3}" dt="2022-06-28T03:32:33.447" v="2016"/>
          <ac:spMkLst>
            <pc:docMk/>
            <pc:sldMk cId="2080885016" sldId="293"/>
            <ac:spMk id="3" creationId="{34D33443-822B-6236-D2D4-FA4694821BD9}"/>
          </ac:spMkLst>
        </pc:spChg>
        <pc:graphicFrameChg chg="add mod modGraphic">
          <ac:chgData name="周 耀阳" userId="6260573ca82bfa6b" providerId="LiveId" clId="{009B872B-ABF9-42E3-8A12-921DA2D3B2F3}" dt="2022-06-30T02:12:13.719" v="2806" actId="1076"/>
          <ac:graphicFrameMkLst>
            <pc:docMk/>
            <pc:sldMk cId="2080885016" sldId="293"/>
            <ac:graphicFrameMk id="7" creationId="{CEFE4248-C072-92A2-905F-9CBD93308822}"/>
          </ac:graphicFrameMkLst>
        </pc:graphicFrameChg>
      </pc:sldChg>
      <pc:sldChg chg="modSp new mod">
        <pc:chgData name="周 耀阳" userId="6260573ca82bfa6b" providerId="LiveId" clId="{009B872B-ABF9-42E3-8A12-921DA2D3B2F3}" dt="2022-06-30T02:07:57.405" v="2802"/>
        <pc:sldMkLst>
          <pc:docMk/>
          <pc:sldMk cId="1416694521" sldId="294"/>
        </pc:sldMkLst>
        <pc:spChg chg="mod">
          <ac:chgData name="周 耀阳" userId="6260573ca82bfa6b" providerId="LiveId" clId="{009B872B-ABF9-42E3-8A12-921DA2D3B2F3}" dt="2022-06-30T02:07:57.405" v="2802"/>
          <ac:spMkLst>
            <pc:docMk/>
            <pc:sldMk cId="1416694521" sldId="294"/>
            <ac:spMk id="2" creationId="{1FEB2D10-4164-92A3-2BA2-4C92306D21B1}"/>
          </ac:spMkLst>
        </pc:spChg>
        <pc:spChg chg="mod">
          <ac:chgData name="周 耀阳" userId="6260573ca82bfa6b" providerId="LiveId" clId="{009B872B-ABF9-42E3-8A12-921DA2D3B2F3}" dt="2022-06-29T07:25:42.681" v="2238"/>
          <ac:spMkLst>
            <pc:docMk/>
            <pc:sldMk cId="1416694521" sldId="294"/>
            <ac:spMk id="3" creationId="{4A049F5D-C88E-F28D-DEAB-40F81FCB31EB}"/>
          </ac:spMkLst>
        </pc:spChg>
      </pc:sldChg>
      <pc:sldChg chg="modSp new del mod">
        <pc:chgData name="周 耀阳" userId="6260573ca82bfa6b" providerId="LiveId" clId="{009B872B-ABF9-42E3-8A12-921DA2D3B2F3}" dt="2022-06-28T03:33:40.031" v="2053" actId="47"/>
        <pc:sldMkLst>
          <pc:docMk/>
          <pc:sldMk cId="1848057315" sldId="294"/>
        </pc:sldMkLst>
        <pc:spChg chg="mod">
          <ac:chgData name="周 耀阳" userId="6260573ca82bfa6b" providerId="LiveId" clId="{009B872B-ABF9-42E3-8A12-921DA2D3B2F3}" dt="2022-06-28T03:32:34.821" v="2017"/>
          <ac:spMkLst>
            <pc:docMk/>
            <pc:sldMk cId="1848057315" sldId="294"/>
            <ac:spMk id="3" creationId="{F7ABBA81-12F1-D1FC-F833-CDF38D8332D0}"/>
          </ac:spMkLst>
        </pc:spChg>
      </pc:sldChg>
      <pc:sldChg chg="modSp new mod">
        <pc:chgData name="周 耀阳" userId="6260573ca82bfa6b" providerId="LiveId" clId="{009B872B-ABF9-42E3-8A12-921DA2D3B2F3}" dt="2022-06-30T02:31:29.437" v="2910" actId="20577"/>
        <pc:sldMkLst>
          <pc:docMk/>
          <pc:sldMk cId="3012598940" sldId="295"/>
        </pc:sldMkLst>
        <pc:spChg chg="mod">
          <ac:chgData name="周 耀阳" userId="6260573ca82bfa6b" providerId="LiveId" clId="{009B872B-ABF9-42E3-8A12-921DA2D3B2F3}" dt="2022-06-30T02:31:29.437" v="2910" actId="20577"/>
          <ac:spMkLst>
            <pc:docMk/>
            <pc:sldMk cId="3012598940" sldId="295"/>
            <ac:spMk id="2" creationId="{5059D20B-5FA2-3235-2BB5-7F8DA2DAAFCB}"/>
          </ac:spMkLst>
        </pc:spChg>
      </pc:sldChg>
      <pc:sldMasterChg chg="modSldLayout">
        <pc:chgData name="周 耀阳" userId="6260573ca82bfa6b" providerId="LiveId" clId="{009B872B-ABF9-42E3-8A12-921DA2D3B2F3}" dt="2022-06-28T03:05:22.940" v="1388" actId="255"/>
        <pc:sldMasterMkLst>
          <pc:docMk/>
          <pc:sldMasterMk cId="2565862569" sldId="2147483666"/>
        </pc:sldMasterMkLst>
        <pc:sldLayoutChg chg="modSp">
          <pc:chgData name="周 耀阳" userId="6260573ca82bfa6b" providerId="LiveId" clId="{009B872B-ABF9-42E3-8A12-921DA2D3B2F3}" dt="2022-06-28T03:05:22.940" v="1388" actId="255"/>
          <pc:sldLayoutMkLst>
            <pc:docMk/>
            <pc:sldMasterMk cId="2565862569" sldId="2147483666"/>
            <pc:sldLayoutMk cId="1676430805" sldId="2147483668"/>
          </pc:sldLayoutMkLst>
          <pc:spChg chg="mod">
            <ac:chgData name="周 耀阳" userId="6260573ca82bfa6b" providerId="LiveId" clId="{009B872B-ABF9-42E3-8A12-921DA2D3B2F3}" dt="2022-06-28T03:05:22.940" v="1388" actId="255"/>
            <ac:spMkLst>
              <pc:docMk/>
              <pc:sldMasterMk cId="2565862569" sldId="2147483666"/>
              <pc:sldLayoutMk cId="1676430805" sldId="2147483668"/>
              <ac:spMk id="3" creationId="{00000000-0000-0000-0000-000000000000}"/>
            </ac:spMkLst>
          </pc:spChg>
        </pc:sldLayoutChg>
      </pc:sldMasterChg>
    </pc:docChg>
  </pc:docChgLst>
  <pc:docChgLst>
    <pc:chgData name="周 耀阳" userId="6260573ca82bfa6b" providerId="LiveId" clId="{23EFAF00-4081-4B23-9189-9DAA8F45C4D1}"/>
    <pc:docChg chg="undo custSel addSld delSld modSld">
      <pc:chgData name="周 耀阳" userId="6260573ca82bfa6b" providerId="LiveId" clId="{23EFAF00-4081-4B23-9189-9DAA8F45C4D1}" dt="2022-07-11T04:48:36.825" v="595" actId="20577"/>
      <pc:docMkLst>
        <pc:docMk/>
      </pc:docMkLst>
      <pc:sldChg chg="del">
        <pc:chgData name="周 耀阳" userId="6260573ca82bfa6b" providerId="LiveId" clId="{23EFAF00-4081-4B23-9189-9DAA8F45C4D1}" dt="2022-07-04T01:54:33.862" v="0" actId="47"/>
        <pc:sldMkLst>
          <pc:docMk/>
          <pc:sldMk cId="2168561699" sldId="266"/>
        </pc:sldMkLst>
      </pc:sldChg>
      <pc:sldChg chg="modSp mod">
        <pc:chgData name="周 耀阳" userId="6260573ca82bfa6b" providerId="LiveId" clId="{23EFAF00-4081-4B23-9189-9DAA8F45C4D1}" dt="2022-07-04T01:56:37.429" v="83" actId="20577"/>
        <pc:sldMkLst>
          <pc:docMk/>
          <pc:sldMk cId="146495572" sldId="290"/>
        </pc:sldMkLst>
        <pc:spChg chg="mod">
          <ac:chgData name="周 耀阳" userId="6260573ca82bfa6b" providerId="LiveId" clId="{23EFAF00-4081-4B23-9189-9DAA8F45C4D1}" dt="2022-07-04T01:56:37.429" v="83" actId="20577"/>
          <ac:spMkLst>
            <pc:docMk/>
            <pc:sldMk cId="146495572" sldId="290"/>
            <ac:spMk id="2" creationId="{A3F56079-44C2-738F-9C9F-E32EAC239F06}"/>
          </ac:spMkLst>
        </pc:spChg>
      </pc:sldChg>
      <pc:sldChg chg="add del">
        <pc:chgData name="周 耀阳" userId="6260573ca82bfa6b" providerId="LiveId" clId="{23EFAF00-4081-4B23-9189-9DAA8F45C4D1}" dt="2022-07-04T01:55:16.556" v="8" actId="47"/>
        <pc:sldMkLst>
          <pc:docMk/>
          <pc:sldMk cId="2440338220" sldId="291"/>
        </pc:sldMkLst>
      </pc:sldChg>
      <pc:sldChg chg="add del">
        <pc:chgData name="周 耀阳" userId="6260573ca82bfa6b" providerId="LiveId" clId="{23EFAF00-4081-4B23-9189-9DAA8F45C4D1}" dt="2022-07-04T01:55:13.246" v="7" actId="47"/>
        <pc:sldMkLst>
          <pc:docMk/>
          <pc:sldMk cId="2459436166" sldId="292"/>
        </pc:sldMkLst>
      </pc:sldChg>
      <pc:sldChg chg="new del">
        <pc:chgData name="周 耀阳" userId="6260573ca82bfa6b" providerId="LiveId" clId="{23EFAF00-4081-4B23-9189-9DAA8F45C4D1}" dt="2022-07-04T01:55:40.893" v="11" actId="47"/>
        <pc:sldMkLst>
          <pc:docMk/>
          <pc:sldMk cId="1842062994" sldId="295"/>
        </pc:sldMkLst>
      </pc:sldChg>
      <pc:sldChg chg="modSp new mod">
        <pc:chgData name="周 耀阳" userId="6260573ca82bfa6b" providerId="LiveId" clId="{23EFAF00-4081-4B23-9189-9DAA8F45C4D1}" dt="2022-07-04T04:48:30.304" v="373" actId="20577"/>
        <pc:sldMkLst>
          <pc:docMk/>
          <pc:sldMk cId="2550029936" sldId="295"/>
        </pc:sldMkLst>
        <pc:spChg chg="mod">
          <ac:chgData name="周 耀阳" userId="6260573ca82bfa6b" providerId="LiveId" clId="{23EFAF00-4081-4B23-9189-9DAA8F45C4D1}" dt="2022-07-04T04:48:30.304" v="373" actId="20577"/>
          <ac:spMkLst>
            <pc:docMk/>
            <pc:sldMk cId="2550029936" sldId="295"/>
            <ac:spMk id="2" creationId="{FA2BEEDB-4526-519B-B397-14752AC0756A}"/>
          </ac:spMkLst>
        </pc:spChg>
        <pc:spChg chg="mod">
          <ac:chgData name="周 耀阳" userId="6260573ca82bfa6b" providerId="LiveId" clId="{23EFAF00-4081-4B23-9189-9DAA8F45C4D1}" dt="2022-07-04T01:56:00.168" v="24" actId="20577"/>
          <ac:spMkLst>
            <pc:docMk/>
            <pc:sldMk cId="2550029936" sldId="295"/>
            <ac:spMk id="3" creationId="{FF728210-20E4-166C-4C13-B0003A3C3CA5}"/>
          </ac:spMkLst>
        </pc:spChg>
      </pc:sldChg>
      <pc:sldChg chg="del">
        <pc:chgData name="周 耀阳" userId="6260573ca82bfa6b" providerId="LiveId" clId="{23EFAF00-4081-4B23-9189-9DAA8F45C4D1}" dt="2022-07-04T01:55:25.247" v="9" actId="47"/>
        <pc:sldMkLst>
          <pc:docMk/>
          <pc:sldMk cId="3012598940" sldId="295"/>
        </pc:sldMkLst>
      </pc:sldChg>
      <pc:sldChg chg="modSp add mod">
        <pc:chgData name="周 耀阳" userId="6260573ca82bfa6b" providerId="LiveId" clId="{23EFAF00-4081-4B23-9189-9DAA8F45C4D1}" dt="2022-07-11T04:48:36.825" v="595" actId="20577"/>
        <pc:sldMkLst>
          <pc:docMk/>
          <pc:sldMk cId="4156659525" sldId="296"/>
        </pc:sldMkLst>
        <pc:spChg chg="mod">
          <ac:chgData name="周 耀阳" userId="6260573ca82bfa6b" providerId="LiveId" clId="{23EFAF00-4081-4B23-9189-9DAA8F45C4D1}" dt="2022-07-11T04:48:36.825" v="595" actId="20577"/>
          <ac:spMkLst>
            <pc:docMk/>
            <pc:sldMk cId="4156659525" sldId="296"/>
            <ac:spMk id="2" creationId="{FA2BEEDB-4526-519B-B397-14752AC0756A}"/>
          </ac:spMkLst>
        </pc:spChg>
        <pc:spChg chg="mod">
          <ac:chgData name="周 耀阳" userId="6260573ca82bfa6b" providerId="LiveId" clId="{23EFAF00-4081-4B23-9189-9DAA8F45C4D1}" dt="2022-07-11T04:01:29.924" v="588" actId="20577"/>
          <ac:spMkLst>
            <pc:docMk/>
            <pc:sldMk cId="4156659525" sldId="296"/>
            <ac:spMk id="3" creationId="{FF728210-20E4-166C-4C13-B0003A3C3CA5}"/>
          </ac:spMkLst>
        </pc:spChg>
      </pc:sldChg>
    </pc:docChg>
  </pc:docChgLst>
  <pc:docChgLst>
    <pc:chgData name="周 耀阳" userId="6260573ca82bfa6b" providerId="LiveId" clId="{28601E77-28AD-434D-847F-27B8C64E33FB}"/>
    <pc:docChg chg="modSld">
      <pc:chgData name="周 耀阳" userId="6260573ca82bfa6b" providerId="LiveId" clId="{28601E77-28AD-434D-847F-27B8C64E33FB}" dt="2021-05-20T07:36:56.618" v="0" actId="20577"/>
      <pc:docMkLst>
        <pc:docMk/>
      </pc:docMkLst>
      <pc:sldChg chg="modSp mod">
        <pc:chgData name="周 耀阳" userId="6260573ca82bfa6b" providerId="LiveId" clId="{28601E77-28AD-434D-847F-27B8C64E33FB}" dt="2021-05-20T07:36:56.618" v="0" actId="20577"/>
        <pc:sldMkLst>
          <pc:docMk/>
          <pc:sldMk cId="1670305707" sldId="259"/>
        </pc:sldMkLst>
        <pc:spChg chg="mod">
          <ac:chgData name="周 耀阳" userId="6260573ca82bfa6b" providerId="LiveId" clId="{28601E77-28AD-434D-847F-27B8C64E33FB}" dt="2021-05-20T07:36:56.618" v="0" actId="20577"/>
          <ac:spMkLst>
            <pc:docMk/>
            <pc:sldMk cId="1670305707" sldId="259"/>
            <ac:spMk id="2" creationId="{4A2FBC91-4083-47B6-89E8-5C289C39823D}"/>
          </ac:spMkLst>
        </pc:spChg>
      </pc:sldChg>
    </pc:docChg>
  </pc:docChgLst>
  <pc:docChgLst>
    <pc:chgData name="周 耀阳" userId="6260573ca82bfa6b" providerId="LiveId" clId="{2F86FB2F-9ECF-464D-99B2-93D8CE170037}"/>
    <pc:docChg chg="undo custSel addSld delSld modSld sldOrd">
      <pc:chgData name="周 耀阳" userId="6260573ca82bfa6b" providerId="LiveId" clId="{2F86FB2F-9ECF-464D-99B2-93D8CE170037}" dt="2021-07-01T02:55:57.256" v="1236" actId="729"/>
      <pc:docMkLst>
        <pc:docMk/>
      </pc:docMkLst>
      <pc:sldChg chg="modSp mod">
        <pc:chgData name="周 耀阳" userId="6260573ca82bfa6b" providerId="LiveId" clId="{2F86FB2F-9ECF-464D-99B2-93D8CE170037}" dt="2021-06-19T14:04:19.931" v="1057" actId="20577"/>
        <pc:sldMkLst>
          <pc:docMk/>
          <pc:sldMk cId="1670305707" sldId="259"/>
        </pc:sldMkLst>
        <pc:spChg chg="mod">
          <ac:chgData name="周 耀阳" userId="6260573ca82bfa6b" providerId="LiveId" clId="{2F86FB2F-9ECF-464D-99B2-93D8CE170037}" dt="2021-06-19T14:04:19.931" v="1057" actId="20577"/>
          <ac:spMkLst>
            <pc:docMk/>
            <pc:sldMk cId="1670305707" sldId="259"/>
            <ac:spMk id="3" creationId="{30F49D9F-0F35-42F9-971E-65D0702A70C6}"/>
          </ac:spMkLst>
        </pc:spChg>
      </pc:sldChg>
      <pc:sldChg chg="mod ord modShow">
        <pc:chgData name="周 耀阳" userId="6260573ca82bfa6b" providerId="LiveId" clId="{2F86FB2F-9ECF-464D-99B2-93D8CE170037}" dt="2021-06-19T13:50:45.250" v="903"/>
        <pc:sldMkLst>
          <pc:docMk/>
          <pc:sldMk cId="3262307341" sldId="267"/>
        </pc:sldMkLst>
      </pc:sldChg>
      <pc:sldChg chg="del">
        <pc:chgData name="周 耀阳" userId="6260573ca82bfa6b" providerId="LiveId" clId="{2F86FB2F-9ECF-464D-99B2-93D8CE170037}" dt="2021-06-19T12:46:48.116" v="0" actId="47"/>
        <pc:sldMkLst>
          <pc:docMk/>
          <pc:sldMk cId="3441532680" sldId="274"/>
        </pc:sldMkLst>
      </pc:sldChg>
      <pc:sldChg chg="add del mod ord modShow">
        <pc:chgData name="周 耀阳" userId="6260573ca82bfa6b" providerId="LiveId" clId="{2F86FB2F-9ECF-464D-99B2-93D8CE170037}" dt="2021-07-01T02:55:06.225" v="1234"/>
        <pc:sldMkLst>
          <pc:docMk/>
          <pc:sldMk cId="4121174608" sldId="276"/>
        </pc:sldMkLst>
      </pc:sldChg>
      <pc:sldChg chg="modSp mod">
        <pc:chgData name="周 耀阳" userId="6260573ca82bfa6b" providerId="LiveId" clId="{2F86FB2F-9ECF-464D-99B2-93D8CE170037}" dt="2021-06-19T14:05:02.931" v="1059" actId="113"/>
        <pc:sldMkLst>
          <pc:docMk/>
          <pc:sldMk cId="2568168495" sldId="277"/>
        </pc:sldMkLst>
        <pc:spChg chg="mod">
          <ac:chgData name="周 耀阳" userId="6260573ca82bfa6b" providerId="LiveId" clId="{2F86FB2F-9ECF-464D-99B2-93D8CE170037}" dt="2021-06-19T14:05:02.931" v="1059" actId="113"/>
          <ac:spMkLst>
            <pc:docMk/>
            <pc:sldMk cId="2568168495" sldId="277"/>
            <ac:spMk id="3" creationId="{52B3986E-A2A3-48A0-A4BF-8BF588B4E7A4}"/>
          </ac:spMkLst>
        </pc:spChg>
      </pc:sldChg>
      <pc:sldChg chg="modSp mod">
        <pc:chgData name="周 耀阳" userId="6260573ca82bfa6b" providerId="LiveId" clId="{2F86FB2F-9ECF-464D-99B2-93D8CE170037}" dt="2021-06-19T14:05:21.443" v="1061" actId="20577"/>
        <pc:sldMkLst>
          <pc:docMk/>
          <pc:sldMk cId="3718209610" sldId="286"/>
        </pc:sldMkLst>
        <pc:spChg chg="mod">
          <ac:chgData name="周 耀阳" userId="6260573ca82bfa6b" providerId="LiveId" clId="{2F86FB2F-9ECF-464D-99B2-93D8CE170037}" dt="2021-06-19T14:05:21.443" v="1061" actId="20577"/>
          <ac:spMkLst>
            <pc:docMk/>
            <pc:sldMk cId="3718209610" sldId="286"/>
            <ac:spMk id="3" creationId="{53FF1390-9D0D-4279-B255-C27D52FAA319}"/>
          </ac:spMkLst>
        </pc:spChg>
      </pc:sldChg>
      <pc:sldChg chg="delSp modSp mod modShow">
        <pc:chgData name="周 耀阳" userId="6260573ca82bfa6b" providerId="LiveId" clId="{2F86FB2F-9ECF-464D-99B2-93D8CE170037}" dt="2021-07-01T02:55:57.256" v="1236" actId="729"/>
        <pc:sldMkLst>
          <pc:docMk/>
          <pc:sldMk cId="726710360" sldId="287"/>
        </pc:sldMkLst>
        <pc:spChg chg="mod">
          <ac:chgData name="周 耀阳" userId="6260573ca82bfa6b" providerId="LiveId" clId="{2F86FB2F-9ECF-464D-99B2-93D8CE170037}" dt="2021-06-19T13:59:40.435" v="985" actId="20577"/>
          <ac:spMkLst>
            <pc:docMk/>
            <pc:sldMk cId="726710360" sldId="287"/>
            <ac:spMk id="2" creationId="{DDB294BF-B5EC-4D60-9493-193EE9998690}"/>
          </ac:spMkLst>
        </pc:spChg>
        <pc:spChg chg="mod">
          <ac:chgData name="周 耀阳" userId="6260573ca82bfa6b" providerId="LiveId" clId="{2F86FB2F-9ECF-464D-99B2-93D8CE170037}" dt="2021-06-19T14:05:41.162" v="1062" actId="5793"/>
          <ac:spMkLst>
            <pc:docMk/>
            <pc:sldMk cId="726710360" sldId="287"/>
            <ac:spMk id="3" creationId="{3087257E-2410-49AC-80C8-1F0925F49488}"/>
          </ac:spMkLst>
        </pc:spChg>
        <pc:spChg chg="del">
          <ac:chgData name="周 耀阳" userId="6260573ca82bfa6b" providerId="LiveId" clId="{2F86FB2F-9ECF-464D-99B2-93D8CE170037}" dt="2021-06-19T12:53:12.865" v="9" actId="478"/>
          <ac:spMkLst>
            <pc:docMk/>
            <pc:sldMk cId="726710360" sldId="287"/>
            <ac:spMk id="5" creationId="{83CDE0F8-A2D2-48CC-B3E4-4578B5841476}"/>
          </ac:spMkLst>
        </pc:spChg>
      </pc:sldChg>
      <pc:sldChg chg="mod ord modShow">
        <pc:chgData name="周 耀阳" userId="6260573ca82bfa6b" providerId="LiveId" clId="{2F86FB2F-9ECF-464D-99B2-93D8CE170037}" dt="2021-06-19T13:50:43.173" v="901"/>
        <pc:sldMkLst>
          <pc:docMk/>
          <pc:sldMk cId="3246256761" sldId="288"/>
        </pc:sldMkLst>
      </pc:sldChg>
      <pc:sldChg chg="modSp mod modShow">
        <pc:chgData name="周 耀阳" userId="6260573ca82bfa6b" providerId="LiveId" clId="{2F86FB2F-9ECF-464D-99B2-93D8CE170037}" dt="2021-07-01T02:55:57.256" v="1236" actId="729"/>
        <pc:sldMkLst>
          <pc:docMk/>
          <pc:sldMk cId="2275654350" sldId="291"/>
        </pc:sldMkLst>
        <pc:spChg chg="mod">
          <ac:chgData name="周 耀阳" userId="6260573ca82bfa6b" providerId="LiveId" clId="{2F86FB2F-9ECF-464D-99B2-93D8CE170037}" dt="2021-06-19T14:44:00.744" v="1225" actId="20577"/>
          <ac:spMkLst>
            <pc:docMk/>
            <pc:sldMk cId="2275654350" sldId="291"/>
            <ac:spMk id="2" creationId="{32B43172-11A5-48F9-9DFF-6F5DCBED26B5}"/>
          </ac:spMkLst>
        </pc:spChg>
        <pc:spChg chg="mod">
          <ac:chgData name="周 耀阳" userId="6260573ca82bfa6b" providerId="LiveId" clId="{2F86FB2F-9ECF-464D-99B2-93D8CE170037}" dt="2021-06-19T14:34:41.123" v="1077" actId="20577"/>
          <ac:spMkLst>
            <pc:docMk/>
            <pc:sldMk cId="2275654350" sldId="291"/>
            <ac:spMk id="5" creationId="{DDA6A6A1-3CF1-4073-8A6F-45A3E3E9F85A}"/>
          </ac:spMkLst>
        </pc:spChg>
      </pc:sldChg>
      <pc:sldChg chg="mod modShow">
        <pc:chgData name="周 耀阳" userId="6260573ca82bfa6b" providerId="LiveId" clId="{2F86FB2F-9ECF-464D-99B2-93D8CE170037}" dt="2021-07-01T02:55:57.256" v="1236" actId="729"/>
        <pc:sldMkLst>
          <pc:docMk/>
          <pc:sldMk cId="4055322654" sldId="294"/>
        </pc:sldMkLst>
      </pc:sldChg>
      <pc:sldChg chg="delSp modSp del mod">
        <pc:chgData name="周 耀阳" userId="6260573ca82bfa6b" providerId="LiveId" clId="{2F86FB2F-9ECF-464D-99B2-93D8CE170037}" dt="2021-06-19T13:02:56.323" v="148" actId="47"/>
        <pc:sldMkLst>
          <pc:docMk/>
          <pc:sldMk cId="2701047211" sldId="296"/>
        </pc:sldMkLst>
        <pc:spChg chg="mod">
          <ac:chgData name="周 耀阳" userId="6260573ca82bfa6b" providerId="LiveId" clId="{2F86FB2F-9ECF-464D-99B2-93D8CE170037}" dt="2021-06-19T13:02:51.330" v="146" actId="27636"/>
          <ac:spMkLst>
            <pc:docMk/>
            <pc:sldMk cId="2701047211" sldId="296"/>
            <ac:spMk id="2" creationId="{50F8C734-A9C2-44AD-B411-A3AD5728F868}"/>
          </ac:spMkLst>
        </pc:spChg>
        <pc:grpChg chg="del">
          <ac:chgData name="周 耀阳" userId="6260573ca82bfa6b" providerId="LiveId" clId="{2F86FB2F-9ECF-464D-99B2-93D8CE170037}" dt="2021-06-19T13:02:42.424" v="143" actId="478"/>
          <ac:grpSpMkLst>
            <pc:docMk/>
            <pc:sldMk cId="2701047211" sldId="296"/>
            <ac:grpSpMk id="16" creationId="{C14AA82A-86FD-43F2-8B43-37811CA47E8A}"/>
          </ac:grpSpMkLst>
        </pc:grpChg>
      </pc:sldChg>
      <pc:sldChg chg="addSp modSp mod modShow">
        <pc:chgData name="周 耀阳" userId="6260573ca82bfa6b" providerId="LiveId" clId="{2F86FB2F-9ECF-464D-99B2-93D8CE170037}" dt="2021-07-01T02:55:57.256" v="1236" actId="729"/>
        <pc:sldMkLst>
          <pc:docMk/>
          <pc:sldMk cId="2973334476" sldId="298"/>
        </pc:sldMkLst>
        <pc:spChg chg="mod">
          <ac:chgData name="周 耀阳" userId="6260573ca82bfa6b" providerId="LiveId" clId="{2F86FB2F-9ECF-464D-99B2-93D8CE170037}" dt="2021-06-19T13:02:26.033" v="136" actId="1076"/>
          <ac:spMkLst>
            <pc:docMk/>
            <pc:sldMk cId="2973334476" sldId="298"/>
            <ac:spMk id="2" creationId="{75D47DA4-9894-4AC2-B780-2402CECD0036}"/>
          </ac:spMkLst>
        </pc:spChg>
        <pc:spChg chg="mod">
          <ac:chgData name="周 耀阳" userId="6260573ca82bfa6b" providerId="LiveId" clId="{2F86FB2F-9ECF-464D-99B2-93D8CE170037}" dt="2021-06-19T14:03:04.573" v="1016" actId="20577"/>
          <ac:spMkLst>
            <pc:docMk/>
            <pc:sldMk cId="2973334476" sldId="298"/>
            <ac:spMk id="3" creationId="{1D581C2C-6069-409D-8B85-4077F0D9535B}"/>
          </ac:spMkLst>
        </pc:spChg>
        <pc:spChg chg="add mod">
          <ac:chgData name="周 耀阳" userId="6260573ca82bfa6b" providerId="LiveId" clId="{2F86FB2F-9ECF-464D-99B2-93D8CE170037}" dt="2021-06-19T14:01:58.147" v="998" actId="1076"/>
          <ac:spMkLst>
            <pc:docMk/>
            <pc:sldMk cId="2973334476" sldId="298"/>
            <ac:spMk id="6" creationId="{E54460AC-58F8-4116-A25F-589345198989}"/>
          </ac:spMkLst>
        </pc:spChg>
      </pc:sldChg>
      <pc:sldChg chg="modSp mod modShow">
        <pc:chgData name="周 耀阳" userId="6260573ca82bfa6b" providerId="LiveId" clId="{2F86FB2F-9ECF-464D-99B2-93D8CE170037}" dt="2021-07-01T02:55:57.256" v="1236" actId="729"/>
        <pc:sldMkLst>
          <pc:docMk/>
          <pc:sldMk cId="3841038344" sldId="299"/>
        </pc:sldMkLst>
        <pc:spChg chg="mod">
          <ac:chgData name="周 耀阳" userId="6260573ca82bfa6b" providerId="LiveId" clId="{2F86FB2F-9ECF-464D-99B2-93D8CE170037}" dt="2021-06-19T13:51:02.520" v="911" actId="20577"/>
          <ac:spMkLst>
            <pc:docMk/>
            <pc:sldMk cId="3841038344" sldId="299"/>
            <ac:spMk id="2" creationId="{AE950F82-1671-47B8-801B-005548ABEED8}"/>
          </ac:spMkLst>
        </pc:spChg>
      </pc:sldChg>
      <pc:sldChg chg="modSp mod modShow">
        <pc:chgData name="周 耀阳" userId="6260573ca82bfa6b" providerId="LiveId" clId="{2F86FB2F-9ECF-464D-99B2-93D8CE170037}" dt="2021-07-01T02:55:57.256" v="1236" actId="729"/>
        <pc:sldMkLst>
          <pc:docMk/>
          <pc:sldMk cId="701148400" sldId="300"/>
        </pc:sldMkLst>
        <pc:spChg chg="mod">
          <ac:chgData name="周 耀阳" userId="6260573ca82bfa6b" providerId="LiveId" clId="{2F86FB2F-9ECF-464D-99B2-93D8CE170037}" dt="2021-06-19T14:06:19.352" v="1068" actId="20577"/>
          <ac:spMkLst>
            <pc:docMk/>
            <pc:sldMk cId="701148400" sldId="300"/>
            <ac:spMk id="3" creationId="{475CC05D-F3B3-4BC6-AD20-3C8D44667659}"/>
          </ac:spMkLst>
        </pc:spChg>
      </pc:sldChg>
      <pc:sldChg chg="addSp delSp modSp new mod modShow">
        <pc:chgData name="周 耀阳" userId="6260573ca82bfa6b" providerId="LiveId" clId="{2F86FB2F-9ECF-464D-99B2-93D8CE170037}" dt="2021-07-01T02:55:57.256" v="1236" actId="729"/>
        <pc:sldMkLst>
          <pc:docMk/>
          <pc:sldMk cId="1471577390" sldId="301"/>
        </pc:sldMkLst>
        <pc:spChg chg="mod">
          <ac:chgData name="周 耀阳" userId="6260573ca82bfa6b" providerId="LiveId" clId="{2F86FB2F-9ECF-464D-99B2-93D8CE170037}" dt="2021-06-19T13:57:53.255" v="957" actId="20577"/>
          <ac:spMkLst>
            <pc:docMk/>
            <pc:sldMk cId="1471577390" sldId="301"/>
            <ac:spMk id="2" creationId="{EE473B28-8F20-46A9-8ED6-9B6200EBDC51}"/>
          </ac:spMkLst>
        </pc:spChg>
        <pc:spChg chg="mod">
          <ac:chgData name="周 耀阳" userId="6260573ca82bfa6b" providerId="LiveId" clId="{2F86FB2F-9ECF-464D-99B2-93D8CE170037}" dt="2021-06-19T13:49:36.855" v="898" actId="1076"/>
          <ac:spMkLst>
            <pc:docMk/>
            <pc:sldMk cId="1471577390" sldId="301"/>
            <ac:spMk id="3" creationId="{130C9481-60C7-4270-9D3B-75FC54FBF850}"/>
          </ac:spMkLst>
        </pc:spChg>
        <pc:graphicFrameChg chg="add del">
          <ac:chgData name="周 耀阳" userId="6260573ca82bfa6b" providerId="LiveId" clId="{2F86FB2F-9ECF-464D-99B2-93D8CE170037}" dt="2021-06-19T13:09:15.894" v="519" actId="3680"/>
          <ac:graphicFrameMkLst>
            <pc:docMk/>
            <pc:sldMk cId="1471577390" sldId="301"/>
            <ac:graphicFrameMk id="4" creationId="{8ED58216-C044-44EB-96E0-086502BCE1CA}"/>
          </ac:graphicFrameMkLst>
        </pc:graphicFrameChg>
        <pc:graphicFrameChg chg="add mod modGraphic">
          <ac:chgData name="周 耀阳" userId="6260573ca82bfa6b" providerId="LiveId" clId="{2F86FB2F-9ECF-464D-99B2-93D8CE170037}" dt="2021-06-19T14:43:20.301" v="1224"/>
          <ac:graphicFrameMkLst>
            <pc:docMk/>
            <pc:sldMk cId="1471577390" sldId="301"/>
            <ac:graphicFrameMk id="5" creationId="{9E4989CD-C179-4DEB-9070-ECF2DBB99A18}"/>
          </ac:graphicFrameMkLst>
        </pc:graphicFrameChg>
      </pc:sldChg>
      <pc:sldChg chg="modSp mod">
        <pc:chgData name="周 耀阳" userId="6260573ca82bfa6b" providerId="LiveId" clId="{2F86FB2F-9ECF-464D-99B2-93D8CE170037}" dt="2021-07-01T02:54:20.287" v="1231" actId="1076"/>
        <pc:sldMkLst>
          <pc:docMk/>
          <pc:sldMk cId="1236536502" sldId="302"/>
        </pc:sldMkLst>
        <pc:picChg chg="mod">
          <ac:chgData name="周 耀阳" userId="6260573ca82bfa6b" providerId="LiveId" clId="{2F86FB2F-9ECF-464D-99B2-93D8CE170037}" dt="2021-07-01T02:54:20.287" v="1231" actId="1076"/>
          <ac:picMkLst>
            <pc:docMk/>
            <pc:sldMk cId="1236536502" sldId="302"/>
            <ac:picMk id="5" creationId="{0AEFBCF9-213D-470D-ACA3-A4EA7B72F017}"/>
          </ac:picMkLst>
        </pc:picChg>
      </pc:sldChg>
      <pc:sldChg chg="modSp mod">
        <pc:chgData name="周 耀阳" userId="6260573ca82bfa6b" providerId="LiveId" clId="{2F86FB2F-9ECF-464D-99B2-93D8CE170037}" dt="2021-07-01T02:54:10.928" v="1229" actId="14100"/>
        <pc:sldMkLst>
          <pc:docMk/>
          <pc:sldMk cId="2836022906" sldId="303"/>
        </pc:sldMkLst>
        <pc:picChg chg="mod">
          <ac:chgData name="周 耀阳" userId="6260573ca82bfa6b" providerId="LiveId" clId="{2F86FB2F-9ECF-464D-99B2-93D8CE170037}" dt="2021-07-01T02:54:10.928" v="1229" actId="14100"/>
          <ac:picMkLst>
            <pc:docMk/>
            <pc:sldMk cId="2836022906" sldId="303"/>
            <ac:picMk id="5" creationId="{46D7560D-C321-46D9-8988-C5752076E4A1}"/>
          </ac:picMkLst>
        </pc:picChg>
      </pc:sldChg>
    </pc:docChg>
  </pc:docChgLst>
  <pc:docChgLst>
    <pc:chgData name="周 耀阳" userId="6260573ca82bfa6b" providerId="LiveId" clId="{B35433DD-9E8A-422E-89BB-B97CD9920363}"/>
    <pc:docChg chg="undo redo custSel addSld delSld modSld sldOrd modMainMaster">
      <pc:chgData name="周 耀阳" userId="6260573ca82bfa6b" providerId="LiveId" clId="{B35433DD-9E8A-422E-89BB-B97CD9920363}" dt="2021-06-19T09:30:40.195" v="7356" actId="20577"/>
      <pc:docMkLst>
        <pc:docMk/>
      </pc:docMkLst>
      <pc:sldChg chg="modSp mod modNotesTx">
        <pc:chgData name="周 耀阳" userId="6260573ca82bfa6b" providerId="LiveId" clId="{B35433DD-9E8A-422E-89BB-B97CD9920363}" dt="2021-06-18T06:35:04.150" v="4283" actId="20577"/>
        <pc:sldMkLst>
          <pc:docMk/>
          <pc:sldMk cId="1670305707" sldId="259"/>
        </pc:sldMkLst>
        <pc:spChg chg="mod">
          <ac:chgData name="周 耀阳" userId="6260573ca82bfa6b" providerId="LiveId" clId="{B35433DD-9E8A-422E-89BB-B97CD9920363}" dt="2021-06-12T08:00:49.686" v="1758" actId="20577"/>
          <ac:spMkLst>
            <pc:docMk/>
            <pc:sldMk cId="1670305707" sldId="259"/>
            <ac:spMk id="2" creationId="{4A2FBC91-4083-47B6-89E8-5C289C39823D}"/>
          </ac:spMkLst>
        </pc:spChg>
        <pc:spChg chg="mod">
          <ac:chgData name="周 耀阳" userId="6260573ca82bfa6b" providerId="LiveId" clId="{B35433DD-9E8A-422E-89BB-B97CD9920363}" dt="2021-06-18T06:23:49.056" v="2952" actId="5793"/>
          <ac:spMkLst>
            <pc:docMk/>
            <pc:sldMk cId="1670305707" sldId="259"/>
            <ac:spMk id="3" creationId="{30F49D9F-0F35-42F9-971E-65D0702A70C6}"/>
          </ac:spMkLst>
        </pc:spChg>
      </pc:sldChg>
      <pc:sldChg chg="addSp delSp modSp mod modNotesTx">
        <pc:chgData name="周 耀阳" userId="6260573ca82bfa6b" providerId="LiveId" clId="{B35433DD-9E8A-422E-89BB-B97CD9920363}" dt="2021-06-19T03:52:17.440" v="4960" actId="20577"/>
        <pc:sldMkLst>
          <pc:docMk/>
          <pc:sldMk cId="2323263438" sldId="261"/>
        </pc:sldMkLst>
        <pc:spChg chg="mod">
          <ac:chgData name="周 耀阳" userId="6260573ca82bfa6b" providerId="LiveId" clId="{B35433DD-9E8A-422E-89BB-B97CD9920363}" dt="2021-06-12T08:00:42.877" v="1754" actId="20577"/>
          <ac:spMkLst>
            <pc:docMk/>
            <pc:sldMk cId="2323263438" sldId="261"/>
            <ac:spMk id="2" creationId="{DC9E09F6-F792-4562-BDA8-7BEADDDADB77}"/>
          </ac:spMkLst>
        </pc:spChg>
        <pc:spChg chg="mod">
          <ac:chgData name="周 耀阳" userId="6260573ca82bfa6b" providerId="LiveId" clId="{B35433DD-9E8A-422E-89BB-B97CD9920363}" dt="2021-06-18T06:03:28.432" v="2153" actId="14100"/>
          <ac:spMkLst>
            <pc:docMk/>
            <pc:sldMk cId="2323263438" sldId="261"/>
            <ac:spMk id="3" creationId="{FB9FAB33-7E73-41FA-AF6F-D302F4103BD7}"/>
          </ac:spMkLst>
        </pc:spChg>
        <pc:picChg chg="add del">
          <ac:chgData name="周 耀阳" userId="6260573ca82bfa6b" providerId="LiveId" clId="{B35433DD-9E8A-422E-89BB-B97CD9920363}" dt="2021-06-18T06:03:53.834" v="2155" actId="22"/>
          <ac:picMkLst>
            <pc:docMk/>
            <pc:sldMk cId="2323263438" sldId="261"/>
            <ac:picMk id="5" creationId="{616E7BAF-063F-47E7-A934-BB5141E5E101}"/>
          </ac:picMkLst>
        </pc:picChg>
        <pc:picChg chg="add del mod">
          <ac:chgData name="周 耀阳" userId="6260573ca82bfa6b" providerId="LiveId" clId="{B35433DD-9E8A-422E-89BB-B97CD9920363}" dt="2021-06-18T06:06:24.665" v="2199" actId="478"/>
          <ac:picMkLst>
            <pc:docMk/>
            <pc:sldMk cId="2323263438" sldId="261"/>
            <ac:picMk id="7" creationId="{7C59A1E8-CA31-46DD-82BB-FB54A43DC8BA}"/>
          </ac:picMkLst>
        </pc:picChg>
        <pc:picChg chg="add del mod">
          <ac:chgData name="周 耀阳" userId="6260573ca82bfa6b" providerId="LiveId" clId="{B35433DD-9E8A-422E-89BB-B97CD9920363}" dt="2021-06-18T06:05:32.812" v="2194" actId="478"/>
          <ac:picMkLst>
            <pc:docMk/>
            <pc:sldMk cId="2323263438" sldId="261"/>
            <ac:picMk id="9" creationId="{20A1B62C-6D8E-4010-9CB5-158AC0FCEDD7}"/>
          </ac:picMkLst>
        </pc:picChg>
        <pc:picChg chg="add mod">
          <ac:chgData name="周 耀阳" userId="6260573ca82bfa6b" providerId="LiveId" clId="{B35433DD-9E8A-422E-89BB-B97CD9920363}" dt="2021-06-18T06:07:03.015" v="2223" actId="1038"/>
          <ac:picMkLst>
            <pc:docMk/>
            <pc:sldMk cId="2323263438" sldId="261"/>
            <ac:picMk id="11" creationId="{23496B59-75B5-4FEC-9C6C-FA72B6BC51C5}"/>
          </ac:picMkLst>
        </pc:picChg>
        <pc:picChg chg="add mod">
          <ac:chgData name="周 耀阳" userId="6260573ca82bfa6b" providerId="LiveId" clId="{B35433DD-9E8A-422E-89BB-B97CD9920363}" dt="2021-06-18T06:07:03.015" v="2223" actId="1038"/>
          <ac:picMkLst>
            <pc:docMk/>
            <pc:sldMk cId="2323263438" sldId="261"/>
            <ac:picMk id="13" creationId="{4B33753C-7A77-4DA7-8C1A-063190FE78A7}"/>
          </ac:picMkLst>
        </pc:picChg>
      </pc:sldChg>
      <pc:sldChg chg="modSp mod modNotesTx">
        <pc:chgData name="周 耀阳" userId="6260573ca82bfa6b" providerId="LiveId" clId="{B35433DD-9E8A-422E-89BB-B97CD9920363}" dt="2021-06-19T02:12:39.524" v="4705" actId="1076"/>
        <pc:sldMkLst>
          <pc:docMk/>
          <pc:sldMk cId="2168561699" sldId="266"/>
        </pc:sldMkLst>
        <pc:spChg chg="mod">
          <ac:chgData name="周 耀阳" userId="6260573ca82bfa6b" providerId="LiveId" clId="{B35433DD-9E8A-422E-89BB-B97CD9920363}" dt="2021-06-12T05:10:20.633" v="303" actId="1076"/>
          <ac:spMkLst>
            <pc:docMk/>
            <pc:sldMk cId="2168561699" sldId="266"/>
            <ac:spMk id="4" creationId="{8C9E5DEB-B252-4D7B-9B8C-3EF6AC0F2BD8}"/>
          </ac:spMkLst>
        </pc:spChg>
        <pc:spChg chg="mod">
          <ac:chgData name="周 耀阳" userId="6260573ca82bfa6b" providerId="LiveId" clId="{B35433DD-9E8A-422E-89BB-B97CD9920363}" dt="2021-06-19T02:12:39.524" v="4705" actId="1076"/>
          <ac:spMkLst>
            <pc:docMk/>
            <pc:sldMk cId="2168561699" sldId="266"/>
            <ac:spMk id="5" creationId="{6A353BAB-F11B-410F-BEAC-ABDBE8281CBE}"/>
          </ac:spMkLst>
        </pc:spChg>
      </pc:sldChg>
      <pc:sldChg chg="addSp delSp modSp mod modNotesTx">
        <pc:chgData name="周 耀阳" userId="6260573ca82bfa6b" providerId="LiveId" clId="{B35433DD-9E8A-422E-89BB-B97CD9920363}" dt="2021-06-19T09:19:17.449" v="7287" actId="20577"/>
        <pc:sldMkLst>
          <pc:docMk/>
          <pc:sldMk cId="3262307341" sldId="267"/>
        </pc:sldMkLst>
        <pc:picChg chg="del">
          <ac:chgData name="周 耀阳" userId="6260573ca82bfa6b" providerId="LiveId" clId="{B35433DD-9E8A-422E-89BB-B97CD9920363}" dt="2021-06-19T02:02:47.326" v="4590" actId="478"/>
          <ac:picMkLst>
            <pc:docMk/>
            <pc:sldMk cId="3262307341" sldId="267"/>
            <ac:picMk id="5" creationId="{CAC7F87E-CC84-41D9-AF2B-DE9EF34239F7}"/>
          </ac:picMkLst>
        </pc:picChg>
        <pc:picChg chg="add mod">
          <ac:chgData name="周 耀阳" userId="6260573ca82bfa6b" providerId="LiveId" clId="{B35433DD-9E8A-422E-89BB-B97CD9920363}" dt="2021-06-19T02:03:01.572" v="4594" actId="1076"/>
          <ac:picMkLst>
            <pc:docMk/>
            <pc:sldMk cId="3262307341" sldId="267"/>
            <ac:picMk id="6" creationId="{3DA4E8AF-8CB8-4B65-B4FB-4E4D33C68FEC}"/>
          </ac:picMkLst>
        </pc:picChg>
      </pc:sldChg>
      <pc:sldChg chg="addSp delSp modSp mod modNotesTx">
        <pc:chgData name="周 耀阳" userId="6260573ca82bfa6b" providerId="LiveId" clId="{B35433DD-9E8A-422E-89BB-B97CD9920363}" dt="2021-06-19T04:00:56.629" v="5150" actId="20577"/>
        <pc:sldMkLst>
          <pc:docMk/>
          <pc:sldMk cId="3441532680" sldId="274"/>
        </pc:sldMkLst>
        <pc:picChg chg="del mod">
          <ac:chgData name="周 耀阳" userId="6260573ca82bfa6b" providerId="LiveId" clId="{B35433DD-9E8A-422E-89BB-B97CD9920363}" dt="2021-06-19T01:35:15.603" v="4500" actId="478"/>
          <ac:picMkLst>
            <pc:docMk/>
            <pc:sldMk cId="3441532680" sldId="274"/>
            <ac:picMk id="4" creationId="{E8B06B95-31A2-4969-B30F-B0F3F1870939}"/>
          </ac:picMkLst>
        </pc:picChg>
        <pc:picChg chg="add del mod">
          <ac:chgData name="周 耀阳" userId="6260573ca82bfa6b" providerId="LiveId" clId="{B35433DD-9E8A-422E-89BB-B97CD9920363}" dt="2021-06-19T01:35:20.911" v="4503" actId="478"/>
          <ac:picMkLst>
            <pc:docMk/>
            <pc:sldMk cId="3441532680" sldId="274"/>
            <ac:picMk id="6" creationId="{C641A77D-8484-4527-BC43-092E777BDD54}"/>
          </ac:picMkLst>
        </pc:picChg>
        <pc:picChg chg="add mod">
          <ac:chgData name="周 耀阳" userId="6260573ca82bfa6b" providerId="LiveId" clId="{B35433DD-9E8A-422E-89BB-B97CD9920363}" dt="2021-06-19T01:35:40.182" v="4507" actId="1076"/>
          <ac:picMkLst>
            <pc:docMk/>
            <pc:sldMk cId="3441532680" sldId="274"/>
            <ac:picMk id="8" creationId="{0A32D5C6-A423-42FB-AF28-B52504EDB679}"/>
          </ac:picMkLst>
        </pc:picChg>
      </pc:sldChg>
      <pc:sldChg chg="addSp delSp modSp mod modNotesTx">
        <pc:chgData name="周 耀阳" userId="6260573ca82bfa6b" providerId="LiveId" clId="{B35433DD-9E8A-422E-89BB-B97CD9920363}" dt="2021-06-19T05:53:55.495" v="5385" actId="20577"/>
        <pc:sldMkLst>
          <pc:docMk/>
          <pc:sldMk cId="1776041458" sldId="275"/>
        </pc:sldMkLst>
        <pc:spChg chg="mod">
          <ac:chgData name="周 耀阳" userId="6260573ca82bfa6b" providerId="LiveId" clId="{B35433DD-9E8A-422E-89BB-B97CD9920363}" dt="2021-06-19T02:18:49.266" v="4710" actId="1076"/>
          <ac:spMkLst>
            <pc:docMk/>
            <pc:sldMk cId="1776041458" sldId="275"/>
            <ac:spMk id="4" creationId="{0254FD1A-DA11-4F6F-9093-9FFDAD88C5AB}"/>
          </ac:spMkLst>
        </pc:spChg>
        <pc:picChg chg="add del mod">
          <ac:chgData name="周 耀阳" userId="6260573ca82bfa6b" providerId="LiveId" clId="{B35433DD-9E8A-422E-89BB-B97CD9920363}" dt="2021-06-19T05:48:36.906" v="5197" actId="478"/>
          <ac:picMkLst>
            <pc:docMk/>
            <pc:sldMk cId="1776041458" sldId="275"/>
            <ac:picMk id="6" creationId="{2004B533-1466-4D96-AF1C-F62D781E336B}"/>
          </ac:picMkLst>
        </pc:picChg>
        <pc:picChg chg="add del mod">
          <ac:chgData name="周 耀阳" userId="6260573ca82bfa6b" providerId="LiveId" clId="{B35433DD-9E8A-422E-89BB-B97CD9920363}" dt="2021-06-19T01:45:58.453" v="4528" actId="478"/>
          <ac:picMkLst>
            <pc:docMk/>
            <pc:sldMk cId="1776041458" sldId="275"/>
            <ac:picMk id="6" creationId="{4C0609B1-5870-4340-895F-F5DB5C5880EB}"/>
          </ac:picMkLst>
        </pc:picChg>
        <pc:picChg chg="del">
          <ac:chgData name="周 耀阳" userId="6260573ca82bfa6b" providerId="LiveId" clId="{B35433DD-9E8A-422E-89BB-B97CD9920363}" dt="2021-06-18T05:55:00.673" v="1976" actId="478"/>
          <ac:picMkLst>
            <pc:docMk/>
            <pc:sldMk cId="1776041458" sldId="275"/>
            <ac:picMk id="7" creationId="{0967F22B-F712-48D7-B63D-C60E2CB64053}"/>
          </ac:picMkLst>
        </pc:picChg>
        <pc:picChg chg="add del mod">
          <ac:chgData name="周 耀阳" userId="6260573ca82bfa6b" providerId="LiveId" clId="{B35433DD-9E8A-422E-89BB-B97CD9920363}" dt="2021-06-19T05:47:30.430" v="5191" actId="478"/>
          <ac:picMkLst>
            <pc:docMk/>
            <pc:sldMk cId="1776041458" sldId="275"/>
            <ac:picMk id="7" creationId="{1BE8FA8A-05C4-4064-927D-E98FA2EBF42B}"/>
          </ac:picMkLst>
        </pc:picChg>
        <pc:picChg chg="add mod">
          <ac:chgData name="周 耀阳" userId="6260573ca82bfa6b" providerId="LiveId" clId="{B35433DD-9E8A-422E-89BB-B97CD9920363}" dt="2021-06-19T05:48:45.007" v="5201" actId="1076"/>
          <ac:picMkLst>
            <pc:docMk/>
            <pc:sldMk cId="1776041458" sldId="275"/>
            <ac:picMk id="9" creationId="{A66510C3-3A4E-4E14-BFAD-22C631ECA02F}"/>
          </ac:picMkLst>
        </pc:picChg>
      </pc:sldChg>
      <pc:sldChg chg="addSp delSp modSp mod modNotesTx">
        <pc:chgData name="周 耀阳" userId="6260573ca82bfa6b" providerId="LiveId" clId="{B35433DD-9E8A-422E-89BB-B97CD9920363}" dt="2021-06-19T05:56:21.971" v="5424" actId="20577"/>
        <pc:sldMkLst>
          <pc:docMk/>
          <pc:sldMk cId="4121174608" sldId="276"/>
        </pc:sldMkLst>
        <pc:spChg chg="mod">
          <ac:chgData name="周 耀阳" userId="6260573ca82bfa6b" providerId="LiveId" clId="{B35433DD-9E8A-422E-89BB-B97CD9920363}" dt="2021-06-19T01:48:05.597" v="4563" actId="20577"/>
          <ac:spMkLst>
            <pc:docMk/>
            <pc:sldMk cId="4121174608" sldId="276"/>
            <ac:spMk id="3" creationId="{A30AF9F6-0410-49B2-9094-980FDA7E7AFD}"/>
          </ac:spMkLst>
        </pc:spChg>
        <pc:picChg chg="add del mod">
          <ac:chgData name="周 耀阳" userId="6260573ca82bfa6b" providerId="LiveId" clId="{B35433DD-9E8A-422E-89BB-B97CD9920363}" dt="2021-06-19T01:46:48.122" v="4536" actId="478"/>
          <ac:picMkLst>
            <pc:docMk/>
            <pc:sldMk cId="4121174608" sldId="276"/>
            <ac:picMk id="5" creationId="{06C2AA0A-2F25-4039-AE4F-E3DF19DD9953}"/>
          </ac:picMkLst>
        </pc:picChg>
        <pc:picChg chg="add del mod">
          <ac:chgData name="周 耀阳" userId="6260573ca82bfa6b" providerId="LiveId" clId="{B35433DD-9E8A-422E-89BB-B97CD9920363}" dt="2021-06-19T01:47:35.681" v="4540" actId="478"/>
          <ac:picMkLst>
            <pc:docMk/>
            <pc:sldMk cId="4121174608" sldId="276"/>
            <ac:picMk id="7" creationId="{F0E198FC-40CA-4ED3-B2A7-BF78BB3B6C10}"/>
          </ac:picMkLst>
        </pc:picChg>
        <pc:picChg chg="del">
          <ac:chgData name="周 耀阳" userId="6260573ca82bfa6b" providerId="LiveId" clId="{B35433DD-9E8A-422E-89BB-B97CD9920363}" dt="2021-06-19T01:46:45.363" v="4533" actId="478"/>
          <ac:picMkLst>
            <pc:docMk/>
            <pc:sldMk cId="4121174608" sldId="276"/>
            <ac:picMk id="8" creationId="{CDDA97FA-6480-49B6-8ACA-2797112B59A9}"/>
          </ac:picMkLst>
        </pc:picChg>
        <pc:picChg chg="add mod">
          <ac:chgData name="周 耀阳" userId="6260573ca82bfa6b" providerId="LiveId" clId="{B35433DD-9E8A-422E-89BB-B97CD9920363}" dt="2021-06-19T01:47:52.873" v="4544" actId="1076"/>
          <ac:picMkLst>
            <pc:docMk/>
            <pc:sldMk cId="4121174608" sldId="276"/>
            <ac:picMk id="10" creationId="{A04B5A65-6C62-4143-A1C8-EFE6740B3C53}"/>
          </ac:picMkLst>
        </pc:picChg>
      </pc:sldChg>
      <pc:sldChg chg="addSp delSp modSp mod modNotesTx">
        <pc:chgData name="周 耀阳" userId="6260573ca82bfa6b" providerId="LiveId" clId="{B35433DD-9E8A-422E-89BB-B97CD9920363}" dt="2021-06-19T07:40:30.223" v="5531" actId="20577"/>
        <pc:sldMkLst>
          <pc:docMk/>
          <pc:sldMk cId="2568168495" sldId="277"/>
        </pc:sldMkLst>
        <pc:spChg chg="mod">
          <ac:chgData name="周 耀阳" userId="6260573ca82bfa6b" providerId="LiveId" clId="{B35433DD-9E8A-422E-89BB-B97CD9920363}" dt="2021-06-19T07:39:21.844" v="5493"/>
          <ac:spMkLst>
            <pc:docMk/>
            <pc:sldMk cId="2568168495" sldId="277"/>
            <ac:spMk id="3" creationId="{52B3986E-A2A3-48A0-A4BF-8BF588B4E7A4}"/>
          </ac:spMkLst>
        </pc:spChg>
        <pc:picChg chg="del">
          <ac:chgData name="周 耀阳" userId="6260573ca82bfa6b" providerId="LiveId" clId="{B35433DD-9E8A-422E-89BB-B97CD9920363}" dt="2021-06-19T01:38:27.077" v="4508" actId="478"/>
          <ac:picMkLst>
            <pc:docMk/>
            <pc:sldMk cId="2568168495" sldId="277"/>
            <ac:picMk id="4" creationId="{C0969D5A-ED54-425D-A308-5609555DC63C}"/>
          </ac:picMkLst>
        </pc:picChg>
        <pc:picChg chg="add del mod">
          <ac:chgData name="周 耀阳" userId="6260573ca82bfa6b" providerId="LiveId" clId="{B35433DD-9E8A-422E-89BB-B97CD9920363}" dt="2021-06-19T07:35:35.258" v="5473" actId="478"/>
          <ac:picMkLst>
            <pc:docMk/>
            <pc:sldMk cId="2568168495" sldId="277"/>
            <ac:picMk id="5" creationId="{A7DEFD41-7EBF-4925-90ED-69618948BAC6}"/>
          </ac:picMkLst>
        </pc:picChg>
        <pc:picChg chg="add del mod">
          <ac:chgData name="周 耀阳" userId="6260573ca82bfa6b" providerId="LiveId" clId="{B35433DD-9E8A-422E-89BB-B97CD9920363}" dt="2021-06-19T07:35:29.544" v="5469" actId="478"/>
          <ac:picMkLst>
            <pc:docMk/>
            <pc:sldMk cId="2568168495" sldId="277"/>
            <ac:picMk id="6" creationId="{8D3AB380-B885-4D22-9E2F-56644D1883A9}"/>
          </ac:picMkLst>
        </pc:picChg>
        <pc:picChg chg="add mod">
          <ac:chgData name="周 耀阳" userId="6260573ca82bfa6b" providerId="LiveId" clId="{B35433DD-9E8A-422E-89BB-B97CD9920363}" dt="2021-06-19T07:37:10.026" v="5475" actId="14100"/>
          <ac:picMkLst>
            <pc:docMk/>
            <pc:sldMk cId="2568168495" sldId="277"/>
            <ac:picMk id="8" creationId="{650C4E1E-DA98-4664-8309-CA19D9620241}"/>
          </ac:picMkLst>
        </pc:picChg>
      </pc:sldChg>
      <pc:sldChg chg="addSp delSp modSp mod modNotesTx">
        <pc:chgData name="周 耀阳" userId="6260573ca82bfa6b" providerId="LiveId" clId="{B35433DD-9E8A-422E-89BB-B97CD9920363}" dt="2021-06-19T08:24:58.440" v="5838" actId="20577"/>
        <pc:sldMkLst>
          <pc:docMk/>
          <pc:sldMk cId="3846376560" sldId="279"/>
        </pc:sldMkLst>
        <pc:picChg chg="add mod modCrop">
          <ac:chgData name="周 耀阳" userId="6260573ca82bfa6b" providerId="LiveId" clId="{B35433DD-9E8A-422E-89BB-B97CD9920363}" dt="2021-06-12T08:19:04.067" v="1950" actId="732"/>
          <ac:picMkLst>
            <pc:docMk/>
            <pc:sldMk cId="3846376560" sldId="279"/>
            <ac:picMk id="5" creationId="{E5E6858B-7693-4539-AC9F-414E7AF07884}"/>
          </ac:picMkLst>
        </pc:picChg>
        <pc:picChg chg="del">
          <ac:chgData name="周 耀阳" userId="6260573ca82bfa6b" providerId="LiveId" clId="{B35433DD-9E8A-422E-89BB-B97CD9920363}" dt="2021-06-08T09:02:57.403" v="0" actId="478"/>
          <ac:picMkLst>
            <pc:docMk/>
            <pc:sldMk cId="3846376560" sldId="279"/>
            <ac:picMk id="6" creationId="{CED3EF52-8C07-4F6D-8BFD-B44E39592FDF}"/>
          </ac:picMkLst>
        </pc:picChg>
      </pc:sldChg>
      <pc:sldChg chg="modSp mod modNotesTx">
        <pc:chgData name="周 耀阳" userId="6260573ca82bfa6b" providerId="LiveId" clId="{B35433DD-9E8A-422E-89BB-B97CD9920363}" dt="2021-06-19T01:23:59.919" v="4499" actId="20577"/>
        <pc:sldMkLst>
          <pc:docMk/>
          <pc:sldMk cId="2857920854" sldId="284"/>
        </pc:sldMkLst>
        <pc:spChg chg="mod">
          <ac:chgData name="周 耀阳" userId="6260573ca82bfa6b" providerId="LiveId" clId="{B35433DD-9E8A-422E-89BB-B97CD9920363}" dt="2021-06-19T01:23:59.919" v="4499" actId="20577"/>
          <ac:spMkLst>
            <pc:docMk/>
            <pc:sldMk cId="2857920854" sldId="284"/>
            <ac:spMk id="3" creationId="{DD5DD821-37B1-4A13-83E9-2CBFE5A8F884}"/>
          </ac:spMkLst>
        </pc:spChg>
      </pc:sldChg>
      <pc:sldChg chg="modSp mod modNotesTx">
        <pc:chgData name="周 耀阳" userId="6260573ca82bfa6b" providerId="LiveId" clId="{B35433DD-9E8A-422E-89BB-B97CD9920363}" dt="2021-06-19T08:44:24.018" v="6240" actId="20577"/>
        <pc:sldMkLst>
          <pc:docMk/>
          <pc:sldMk cId="3718209610" sldId="286"/>
        </pc:sldMkLst>
        <pc:spChg chg="mod">
          <ac:chgData name="周 耀阳" userId="6260573ca82bfa6b" providerId="LiveId" clId="{B35433DD-9E8A-422E-89BB-B97CD9920363}" dt="2021-06-19T08:31:51.880" v="5986" actId="20577"/>
          <ac:spMkLst>
            <pc:docMk/>
            <pc:sldMk cId="3718209610" sldId="286"/>
            <ac:spMk id="3" creationId="{53FF1390-9D0D-4279-B255-C27D52FAA319}"/>
          </ac:spMkLst>
        </pc:spChg>
      </pc:sldChg>
      <pc:sldChg chg="modSp mod modNotesTx">
        <pc:chgData name="周 耀阳" userId="6260573ca82bfa6b" providerId="LiveId" clId="{B35433DD-9E8A-422E-89BB-B97CD9920363}" dt="2021-06-19T09:17:07.869" v="7148" actId="20577"/>
        <pc:sldMkLst>
          <pc:docMk/>
          <pc:sldMk cId="726710360" sldId="287"/>
        </pc:sldMkLst>
        <pc:spChg chg="mod">
          <ac:chgData name="周 耀阳" userId="6260573ca82bfa6b" providerId="LiveId" clId="{B35433DD-9E8A-422E-89BB-B97CD9920363}" dt="2021-06-18T06:12:33.068" v="2317" actId="20577"/>
          <ac:spMkLst>
            <pc:docMk/>
            <pc:sldMk cId="726710360" sldId="287"/>
            <ac:spMk id="2" creationId="{DDB294BF-B5EC-4D60-9493-193EE9998690}"/>
          </ac:spMkLst>
        </pc:spChg>
        <pc:spChg chg="mod">
          <ac:chgData name="周 耀阳" userId="6260573ca82bfa6b" providerId="LiveId" clId="{B35433DD-9E8A-422E-89BB-B97CD9920363}" dt="2021-06-12T07:53:13.483" v="1064" actId="20577"/>
          <ac:spMkLst>
            <pc:docMk/>
            <pc:sldMk cId="726710360" sldId="287"/>
            <ac:spMk id="3" creationId="{3087257E-2410-49AC-80C8-1F0925F49488}"/>
          </ac:spMkLst>
        </pc:spChg>
        <pc:spChg chg="mod">
          <ac:chgData name="周 耀阳" userId="6260573ca82bfa6b" providerId="LiveId" clId="{B35433DD-9E8A-422E-89BB-B97CD9920363}" dt="2021-06-12T07:53:51.995" v="1068" actId="1076"/>
          <ac:spMkLst>
            <pc:docMk/>
            <pc:sldMk cId="726710360" sldId="287"/>
            <ac:spMk id="5" creationId="{83CDE0F8-A2D2-48CC-B3E4-4578B5841476}"/>
          </ac:spMkLst>
        </pc:spChg>
      </pc:sldChg>
      <pc:sldChg chg="modSp mod modNotesTx">
        <pc:chgData name="周 耀阳" userId="6260573ca82bfa6b" providerId="LiveId" clId="{B35433DD-9E8A-422E-89BB-B97CD9920363}" dt="2021-06-19T09:11:29.301" v="6840" actId="20577"/>
        <pc:sldMkLst>
          <pc:docMk/>
          <pc:sldMk cId="3246256761" sldId="288"/>
        </pc:sldMkLst>
        <pc:spChg chg="mod">
          <ac:chgData name="周 耀阳" userId="6260573ca82bfa6b" providerId="LiveId" clId="{B35433DD-9E8A-422E-89BB-B97CD9920363}" dt="2021-06-12T08:01:41.162" v="1785" actId="20577"/>
          <ac:spMkLst>
            <pc:docMk/>
            <pc:sldMk cId="3246256761" sldId="288"/>
            <ac:spMk id="2" creationId="{536FB8AB-C29D-4E71-B398-B4D2FA11FB3F}"/>
          </ac:spMkLst>
        </pc:spChg>
        <pc:spChg chg="mod">
          <ac:chgData name="周 耀阳" userId="6260573ca82bfa6b" providerId="LiveId" clId="{B35433DD-9E8A-422E-89BB-B97CD9920363}" dt="2021-06-12T08:20:40.704" v="1952" actId="13926"/>
          <ac:spMkLst>
            <pc:docMk/>
            <pc:sldMk cId="3246256761" sldId="288"/>
            <ac:spMk id="3" creationId="{E11EC606-5C5C-44FE-9767-2C5CA70F923C}"/>
          </ac:spMkLst>
        </pc:spChg>
        <pc:spChg chg="mod">
          <ac:chgData name="周 耀阳" userId="6260573ca82bfa6b" providerId="LiveId" clId="{B35433DD-9E8A-422E-89BB-B97CD9920363}" dt="2021-06-12T05:11:01.042" v="305" actId="207"/>
          <ac:spMkLst>
            <pc:docMk/>
            <pc:sldMk cId="3246256761" sldId="288"/>
            <ac:spMk id="4" creationId="{1FCCA475-663E-442D-A671-2507C46C32E9}"/>
          </ac:spMkLst>
        </pc:spChg>
      </pc:sldChg>
      <pc:sldChg chg="addSp delSp modSp mod modNotesTx">
        <pc:chgData name="周 耀阳" userId="6260573ca82bfa6b" providerId="LiveId" clId="{B35433DD-9E8A-422E-89BB-B97CD9920363}" dt="2021-06-19T02:18:34.166" v="4709" actId="1076"/>
        <pc:sldMkLst>
          <pc:docMk/>
          <pc:sldMk cId="2543502177" sldId="290"/>
        </pc:sldMkLst>
        <pc:spChg chg="mod">
          <ac:chgData name="周 耀阳" userId="6260573ca82bfa6b" providerId="LiveId" clId="{B35433DD-9E8A-422E-89BB-B97CD9920363}" dt="2021-06-12T08:00:46.342" v="1756" actId="20577"/>
          <ac:spMkLst>
            <pc:docMk/>
            <pc:sldMk cId="2543502177" sldId="290"/>
            <ac:spMk id="2" creationId="{AD15FB90-6714-4A78-BD7A-F8BD8E2BB19B}"/>
          </ac:spMkLst>
        </pc:spChg>
        <pc:spChg chg="add del">
          <ac:chgData name="周 耀阳" userId="6260573ca82bfa6b" providerId="LiveId" clId="{B35433DD-9E8A-422E-89BB-B97CD9920363}" dt="2021-06-18T06:35:59.804" v="4286" actId="22"/>
          <ac:spMkLst>
            <pc:docMk/>
            <pc:sldMk cId="2543502177" sldId="290"/>
            <ac:spMk id="6" creationId="{DE452474-5466-4282-85F8-79B07D967E75}"/>
          </ac:spMkLst>
        </pc:spChg>
        <pc:picChg chg="add mod">
          <ac:chgData name="周 耀阳" userId="6260573ca82bfa6b" providerId="LiveId" clId="{B35433DD-9E8A-422E-89BB-B97CD9920363}" dt="2021-06-19T02:18:34.166" v="4709" actId="1076"/>
          <ac:picMkLst>
            <pc:docMk/>
            <pc:sldMk cId="2543502177" sldId="290"/>
            <ac:picMk id="4" creationId="{2BBF9F30-2D45-4200-9A6F-2BED2B92A7F1}"/>
          </ac:picMkLst>
        </pc:picChg>
        <pc:picChg chg="del mod">
          <ac:chgData name="周 耀阳" userId="6260573ca82bfa6b" providerId="LiveId" clId="{B35433DD-9E8A-422E-89BB-B97CD9920363}" dt="2021-06-19T02:18:28.692" v="4706" actId="478"/>
          <ac:picMkLst>
            <pc:docMk/>
            <pc:sldMk cId="2543502177" sldId="290"/>
            <ac:picMk id="5" creationId="{51BEE9A5-9E3E-408C-9DB2-D56ACFEEBCBA}"/>
          </ac:picMkLst>
        </pc:picChg>
      </pc:sldChg>
      <pc:sldChg chg="addSp delSp modSp mod modNotesTx">
        <pc:chgData name="周 耀阳" userId="6260573ca82bfa6b" providerId="LiveId" clId="{B35433DD-9E8A-422E-89BB-B97CD9920363}" dt="2021-06-19T09:30:40.195" v="7356" actId="20577"/>
        <pc:sldMkLst>
          <pc:docMk/>
          <pc:sldMk cId="2275654350" sldId="291"/>
        </pc:sldMkLst>
        <pc:spChg chg="mod">
          <ac:chgData name="周 耀阳" userId="6260573ca82bfa6b" providerId="LiveId" clId="{B35433DD-9E8A-422E-89BB-B97CD9920363}" dt="2021-06-12T08:01:13.592" v="1762" actId="20577"/>
          <ac:spMkLst>
            <pc:docMk/>
            <pc:sldMk cId="2275654350" sldId="291"/>
            <ac:spMk id="2" creationId="{32B43172-11A5-48F9-9DFF-6F5DCBED26B5}"/>
          </ac:spMkLst>
        </pc:spChg>
        <pc:spChg chg="del mod">
          <ac:chgData name="周 耀阳" userId="6260573ca82bfa6b" providerId="LiveId" clId="{B35433DD-9E8A-422E-89BB-B97CD9920363}" dt="2021-06-19T01:20:16.338" v="4430" actId="478"/>
          <ac:spMkLst>
            <pc:docMk/>
            <pc:sldMk cId="2275654350" sldId="291"/>
            <ac:spMk id="3" creationId="{29BB99D7-CAF7-4806-B923-45D317C4F32F}"/>
          </ac:spMkLst>
        </pc:spChg>
        <pc:spChg chg="mod">
          <ac:chgData name="周 耀阳" userId="6260573ca82bfa6b" providerId="LiveId" clId="{B35433DD-9E8A-422E-89BB-B97CD9920363}" dt="2021-06-19T01:20:50.581" v="4438" actId="1076"/>
          <ac:spMkLst>
            <pc:docMk/>
            <pc:sldMk cId="2275654350" sldId="291"/>
            <ac:spMk id="5" creationId="{DDA6A6A1-3CF1-4073-8A6F-45A3E3E9F85A}"/>
          </ac:spMkLst>
        </pc:spChg>
        <pc:graphicFrameChg chg="del modGraphic">
          <ac:chgData name="周 耀阳" userId="6260573ca82bfa6b" providerId="LiveId" clId="{B35433DD-9E8A-422E-89BB-B97CD9920363}" dt="2021-06-19T01:08:21.098" v="4291" actId="478"/>
          <ac:graphicFrameMkLst>
            <pc:docMk/>
            <pc:sldMk cId="2275654350" sldId="291"/>
            <ac:graphicFrameMk id="4" creationId="{FDFEF830-2955-4503-9F98-5FAEBAC94655}"/>
          </ac:graphicFrameMkLst>
        </pc:graphicFrameChg>
        <pc:graphicFrameChg chg="add mod modGraphic">
          <ac:chgData name="周 耀阳" userId="6260573ca82bfa6b" providerId="LiveId" clId="{B35433DD-9E8A-422E-89BB-B97CD9920363}" dt="2021-06-19T01:20:57.215" v="4439" actId="1076"/>
          <ac:graphicFrameMkLst>
            <pc:docMk/>
            <pc:sldMk cId="2275654350" sldId="291"/>
            <ac:graphicFrameMk id="6" creationId="{9F684FB3-036A-45DF-B5E1-7A42F2712D82}"/>
          </ac:graphicFrameMkLst>
        </pc:graphicFrameChg>
        <pc:picChg chg="add mod">
          <ac:chgData name="周 耀阳" userId="6260573ca82bfa6b" providerId="LiveId" clId="{B35433DD-9E8A-422E-89BB-B97CD9920363}" dt="2021-06-19T01:20:44.744" v="4436" actId="1076"/>
          <ac:picMkLst>
            <pc:docMk/>
            <pc:sldMk cId="2275654350" sldId="291"/>
            <ac:picMk id="7" creationId="{6C983798-23DF-4988-BDB4-CCD92DD7806E}"/>
          </ac:picMkLst>
        </pc:picChg>
      </pc:sldChg>
      <pc:sldChg chg="addSp delSp modSp mod modNotesTx">
        <pc:chgData name="周 耀阳" userId="6260573ca82bfa6b" providerId="LiveId" clId="{B35433DD-9E8A-422E-89BB-B97CD9920363}" dt="2021-06-19T09:03:32.274" v="6409" actId="20577"/>
        <pc:sldMkLst>
          <pc:docMk/>
          <pc:sldMk cId="4055322654" sldId="294"/>
        </pc:sldMkLst>
        <pc:spChg chg="mod">
          <ac:chgData name="周 耀阳" userId="6260573ca82bfa6b" providerId="LiveId" clId="{B35433DD-9E8A-422E-89BB-B97CD9920363}" dt="2021-06-12T08:01:06.258" v="1760" actId="20577"/>
          <ac:spMkLst>
            <pc:docMk/>
            <pc:sldMk cId="4055322654" sldId="294"/>
            <ac:spMk id="2" creationId="{9EFFDA89-8274-4ACE-AB87-14FA32F4EE9D}"/>
          </ac:spMkLst>
        </pc:spChg>
        <pc:spChg chg="mod">
          <ac:chgData name="周 耀阳" userId="6260573ca82bfa6b" providerId="LiveId" clId="{B35433DD-9E8A-422E-89BB-B97CD9920363}" dt="2021-06-19T01:59:17.596" v="4588" actId="20577"/>
          <ac:spMkLst>
            <pc:docMk/>
            <pc:sldMk cId="4055322654" sldId="294"/>
            <ac:spMk id="3" creationId="{F812DC83-24FC-46E1-8A01-89D819D4B45E}"/>
          </ac:spMkLst>
        </pc:spChg>
        <pc:picChg chg="add mod">
          <ac:chgData name="周 耀阳" userId="6260573ca82bfa6b" providerId="LiveId" clId="{B35433DD-9E8A-422E-89BB-B97CD9920363}" dt="2021-06-19T01:59:19.885" v="4589" actId="1076"/>
          <ac:picMkLst>
            <pc:docMk/>
            <pc:sldMk cId="4055322654" sldId="294"/>
            <ac:picMk id="5" creationId="{ACCEDC49-3FFC-4713-9949-EF00B3BAFAD4}"/>
          </ac:picMkLst>
        </pc:picChg>
        <pc:picChg chg="del">
          <ac:chgData name="周 耀阳" userId="6260573ca82bfa6b" providerId="LiveId" clId="{B35433DD-9E8A-422E-89BB-B97CD9920363}" dt="2021-06-19T01:58:53.637" v="4564" actId="478"/>
          <ac:picMkLst>
            <pc:docMk/>
            <pc:sldMk cId="4055322654" sldId="294"/>
            <ac:picMk id="8" creationId="{EDACA3AE-4A82-4137-90B2-16461C819793}"/>
          </ac:picMkLst>
        </pc:picChg>
      </pc:sldChg>
      <pc:sldChg chg="del">
        <pc:chgData name="周 耀阳" userId="6260573ca82bfa6b" providerId="LiveId" clId="{B35433DD-9E8A-422E-89BB-B97CD9920363}" dt="2021-06-12T07:53:28.567" v="1065" actId="47"/>
        <pc:sldMkLst>
          <pc:docMk/>
          <pc:sldMk cId="1251412038" sldId="295"/>
        </pc:sldMkLst>
      </pc:sldChg>
      <pc:sldChg chg="addSp delSp modSp mod modNotesTx">
        <pc:chgData name="周 耀阳" userId="6260573ca82bfa6b" providerId="LiveId" clId="{B35433DD-9E8A-422E-89BB-B97CD9920363}" dt="2021-06-19T05:56:33.103" v="5425" actId="20577"/>
        <pc:sldMkLst>
          <pc:docMk/>
          <pc:sldMk cId="2701047211" sldId="296"/>
        </pc:sldMkLst>
        <pc:spChg chg="mod">
          <ac:chgData name="周 耀阳" userId="6260573ca82bfa6b" providerId="LiveId" clId="{B35433DD-9E8A-422E-89BB-B97CD9920363}" dt="2021-06-19T02:09:57.680" v="4651" actId="115"/>
          <ac:spMkLst>
            <pc:docMk/>
            <pc:sldMk cId="2701047211" sldId="296"/>
            <ac:spMk id="8" creationId="{A23A55AD-6E61-4169-86CD-DD1281B620E0}"/>
          </ac:spMkLst>
        </pc:spChg>
        <pc:spChg chg="mod">
          <ac:chgData name="周 耀阳" userId="6260573ca82bfa6b" providerId="LiveId" clId="{B35433DD-9E8A-422E-89BB-B97CD9920363}" dt="2021-06-19T02:09:57.680" v="4651" actId="115"/>
          <ac:spMkLst>
            <pc:docMk/>
            <pc:sldMk cId="2701047211" sldId="296"/>
            <ac:spMk id="9" creationId="{E2B65ED3-7CAB-4BFD-B077-9634AC688ED2}"/>
          </ac:spMkLst>
        </pc:spChg>
        <pc:spChg chg="mod">
          <ac:chgData name="周 耀阳" userId="6260573ca82bfa6b" providerId="LiveId" clId="{B35433DD-9E8A-422E-89BB-B97CD9920363}" dt="2021-06-19T02:09:57.680" v="4651" actId="115"/>
          <ac:spMkLst>
            <pc:docMk/>
            <pc:sldMk cId="2701047211" sldId="296"/>
            <ac:spMk id="10" creationId="{6FBE49F8-697E-4DC1-99EB-A79627F15303}"/>
          </ac:spMkLst>
        </pc:spChg>
        <pc:grpChg chg="add del mod">
          <ac:chgData name="周 耀阳" userId="6260573ca82bfa6b" providerId="LiveId" clId="{B35433DD-9E8A-422E-89BB-B97CD9920363}" dt="2021-06-19T02:10:35.216" v="4664" actId="164"/>
          <ac:grpSpMkLst>
            <pc:docMk/>
            <pc:sldMk cId="2701047211" sldId="296"/>
            <ac:grpSpMk id="13" creationId="{F5F84A6D-D84F-45A2-9A4F-BB816FB74A01}"/>
          </ac:grpSpMkLst>
        </pc:grpChg>
        <pc:grpChg chg="add mod">
          <ac:chgData name="周 耀阳" userId="6260573ca82bfa6b" providerId="LiveId" clId="{B35433DD-9E8A-422E-89BB-B97CD9920363}" dt="2021-06-19T02:10:35.216" v="4664" actId="164"/>
          <ac:grpSpMkLst>
            <pc:docMk/>
            <pc:sldMk cId="2701047211" sldId="296"/>
            <ac:grpSpMk id="16" creationId="{C14AA82A-86FD-43F2-8B43-37811CA47E8A}"/>
          </ac:grpSpMkLst>
        </pc:grpChg>
        <pc:picChg chg="add del">
          <ac:chgData name="周 耀阳" userId="6260573ca82bfa6b" providerId="LiveId" clId="{B35433DD-9E8A-422E-89BB-B97CD9920363}" dt="2021-06-19T02:04:34.175" v="4597" actId="478"/>
          <ac:picMkLst>
            <pc:docMk/>
            <pc:sldMk cId="2701047211" sldId="296"/>
            <ac:picMk id="4" creationId="{13D0149C-2CD9-4DDC-9B49-31865496E61B}"/>
          </ac:picMkLst>
        </pc:picChg>
        <pc:picChg chg="add del mod ord">
          <ac:chgData name="周 耀阳" userId="6260573ca82bfa6b" providerId="LiveId" clId="{B35433DD-9E8A-422E-89BB-B97CD9920363}" dt="2021-06-19T02:07:37.514" v="4614" actId="478"/>
          <ac:picMkLst>
            <pc:docMk/>
            <pc:sldMk cId="2701047211" sldId="296"/>
            <ac:picMk id="6" creationId="{3190D1AE-AB57-4A0F-910A-98AE820B146B}"/>
          </ac:picMkLst>
        </pc:picChg>
        <pc:picChg chg="del">
          <ac:chgData name="周 耀阳" userId="6260573ca82bfa6b" providerId="LiveId" clId="{B35433DD-9E8A-422E-89BB-B97CD9920363}" dt="2021-06-19T02:04:30.414" v="4595" actId="478"/>
          <ac:picMkLst>
            <pc:docMk/>
            <pc:sldMk cId="2701047211" sldId="296"/>
            <ac:picMk id="7" creationId="{ECE1CA7B-B27D-406F-8A8E-020738745F93}"/>
          </ac:picMkLst>
        </pc:picChg>
        <pc:picChg chg="add del mod ord">
          <ac:chgData name="周 耀阳" userId="6260573ca82bfa6b" providerId="LiveId" clId="{B35433DD-9E8A-422E-89BB-B97CD9920363}" dt="2021-06-19T02:10:03.411" v="4652" actId="478"/>
          <ac:picMkLst>
            <pc:docMk/>
            <pc:sldMk cId="2701047211" sldId="296"/>
            <ac:picMk id="12" creationId="{B60BBB7E-1FDA-4148-B013-78F1F39C3530}"/>
          </ac:picMkLst>
        </pc:picChg>
        <pc:picChg chg="add mod ord">
          <ac:chgData name="周 耀阳" userId="6260573ca82bfa6b" providerId="LiveId" clId="{B35433DD-9E8A-422E-89BB-B97CD9920363}" dt="2021-06-19T02:10:35.216" v="4664" actId="164"/>
          <ac:picMkLst>
            <pc:docMk/>
            <pc:sldMk cId="2701047211" sldId="296"/>
            <ac:picMk id="15" creationId="{D5976DB9-A2C2-4638-9BA0-C6F9F22A3C0E}"/>
          </ac:picMkLst>
        </pc:picChg>
      </pc:sldChg>
      <pc:sldChg chg="addSp delSp modSp mod modNotesTx">
        <pc:chgData name="周 耀阳" userId="6260573ca82bfa6b" providerId="LiveId" clId="{B35433DD-9E8A-422E-89BB-B97CD9920363}" dt="2021-06-19T02:10:40.530" v="4665"/>
        <pc:sldMkLst>
          <pc:docMk/>
          <pc:sldMk cId="1794846531" sldId="297"/>
        </pc:sldMkLst>
        <pc:spChg chg="mod">
          <ac:chgData name="周 耀阳" userId="6260573ca82bfa6b" providerId="LiveId" clId="{B35433DD-9E8A-422E-89BB-B97CD9920363}" dt="2021-06-19T02:09:07.837" v="4642" actId="1076"/>
          <ac:spMkLst>
            <pc:docMk/>
            <pc:sldMk cId="1794846531" sldId="297"/>
            <ac:spMk id="2" creationId="{50F8C734-A9C2-44AD-B411-A3AD5728F868}"/>
          </ac:spMkLst>
        </pc:spChg>
        <pc:spChg chg="del">
          <ac:chgData name="周 耀阳" userId="6260573ca82bfa6b" providerId="LiveId" clId="{B35433DD-9E8A-422E-89BB-B97CD9920363}" dt="2021-06-19T02:09:11.445" v="4643" actId="478"/>
          <ac:spMkLst>
            <pc:docMk/>
            <pc:sldMk cId="1794846531" sldId="297"/>
            <ac:spMk id="8" creationId="{A23A55AD-6E61-4169-86CD-DD1281B620E0}"/>
          </ac:spMkLst>
        </pc:spChg>
        <pc:spChg chg="del">
          <ac:chgData name="周 耀阳" userId="6260573ca82bfa6b" providerId="LiveId" clId="{B35433DD-9E8A-422E-89BB-B97CD9920363}" dt="2021-06-19T02:09:11.445" v="4643" actId="478"/>
          <ac:spMkLst>
            <pc:docMk/>
            <pc:sldMk cId="1794846531" sldId="297"/>
            <ac:spMk id="9" creationId="{E2B65ED3-7CAB-4BFD-B077-9634AC688ED2}"/>
          </ac:spMkLst>
        </pc:spChg>
        <pc:spChg chg="del">
          <ac:chgData name="周 耀阳" userId="6260573ca82bfa6b" providerId="LiveId" clId="{B35433DD-9E8A-422E-89BB-B97CD9920363}" dt="2021-06-19T02:09:11.445" v="4643" actId="478"/>
          <ac:spMkLst>
            <pc:docMk/>
            <pc:sldMk cId="1794846531" sldId="297"/>
            <ac:spMk id="10" creationId="{6FBE49F8-697E-4DC1-99EB-A79627F15303}"/>
          </ac:spMkLst>
        </pc:spChg>
        <pc:spChg chg="mod">
          <ac:chgData name="周 耀阳" userId="6260573ca82bfa6b" providerId="LiveId" clId="{B35433DD-9E8A-422E-89BB-B97CD9920363}" dt="2021-06-19T02:10:40.530" v="4665"/>
          <ac:spMkLst>
            <pc:docMk/>
            <pc:sldMk cId="1794846531" sldId="297"/>
            <ac:spMk id="15" creationId="{998F9A33-71BC-419A-A438-FC91EBE86A03}"/>
          </ac:spMkLst>
        </pc:spChg>
        <pc:spChg chg="mod">
          <ac:chgData name="周 耀阳" userId="6260573ca82bfa6b" providerId="LiveId" clId="{B35433DD-9E8A-422E-89BB-B97CD9920363}" dt="2021-06-19T02:10:40.530" v="4665"/>
          <ac:spMkLst>
            <pc:docMk/>
            <pc:sldMk cId="1794846531" sldId="297"/>
            <ac:spMk id="16" creationId="{D8F54D04-3045-4DA7-998B-5F6CF3EB52BC}"/>
          </ac:spMkLst>
        </pc:spChg>
        <pc:spChg chg="mod">
          <ac:chgData name="周 耀阳" userId="6260573ca82bfa6b" providerId="LiveId" clId="{B35433DD-9E8A-422E-89BB-B97CD9920363}" dt="2021-06-19T02:10:40.530" v="4665"/>
          <ac:spMkLst>
            <pc:docMk/>
            <pc:sldMk cId="1794846531" sldId="297"/>
            <ac:spMk id="17" creationId="{6997BE36-08A8-4BAE-9BC2-26B04B79A2C2}"/>
          </ac:spMkLst>
        </pc:spChg>
        <pc:grpChg chg="add mod">
          <ac:chgData name="周 耀阳" userId="6260573ca82bfa6b" providerId="LiveId" clId="{B35433DD-9E8A-422E-89BB-B97CD9920363}" dt="2021-06-19T02:10:40.530" v="4665"/>
          <ac:grpSpMkLst>
            <pc:docMk/>
            <pc:sldMk cId="1794846531" sldId="297"/>
            <ac:grpSpMk id="12" creationId="{A2CCEF83-7ED3-4057-BFC2-E889C61278D4}"/>
          </ac:grpSpMkLst>
        </pc:grpChg>
        <pc:grpChg chg="mod">
          <ac:chgData name="周 耀阳" userId="6260573ca82bfa6b" providerId="LiveId" clId="{B35433DD-9E8A-422E-89BB-B97CD9920363}" dt="2021-06-19T02:10:40.530" v="4665"/>
          <ac:grpSpMkLst>
            <pc:docMk/>
            <pc:sldMk cId="1794846531" sldId="297"/>
            <ac:grpSpMk id="14" creationId="{68F3D954-2B08-449D-89AA-B0080E204F67}"/>
          </ac:grpSpMkLst>
        </pc:grpChg>
        <pc:picChg chg="add del">
          <ac:chgData name="周 耀阳" userId="6260573ca82bfa6b" providerId="LiveId" clId="{B35433DD-9E8A-422E-89BB-B97CD9920363}" dt="2021-06-19T02:09:46.388" v="4647" actId="478"/>
          <ac:picMkLst>
            <pc:docMk/>
            <pc:sldMk cId="1794846531" sldId="297"/>
            <ac:picMk id="4" creationId="{44C335D2-2D4D-455A-BE07-6960D5FF7770}"/>
          </ac:picMkLst>
        </pc:picChg>
        <pc:picChg chg="del">
          <ac:chgData name="周 耀阳" userId="6260573ca82bfa6b" providerId="LiveId" clId="{B35433DD-9E8A-422E-89BB-B97CD9920363}" dt="2021-06-19T02:09:11.445" v="4643" actId="478"/>
          <ac:picMkLst>
            <pc:docMk/>
            <pc:sldMk cId="1794846531" sldId="297"/>
            <ac:picMk id="7" creationId="{ECE1CA7B-B27D-406F-8A8E-020738745F93}"/>
          </ac:picMkLst>
        </pc:picChg>
        <pc:picChg chg="add del mod">
          <ac:chgData name="周 耀阳" userId="6260573ca82bfa6b" providerId="LiveId" clId="{B35433DD-9E8A-422E-89BB-B97CD9920363}" dt="2021-06-19T02:09:42.825" v="4645" actId="478"/>
          <ac:picMkLst>
            <pc:docMk/>
            <pc:sldMk cId="1794846531" sldId="297"/>
            <ac:picMk id="11" creationId="{D6AC990A-F091-4EB3-88EF-B7319203A361}"/>
          </ac:picMkLst>
        </pc:picChg>
        <pc:picChg chg="mod">
          <ac:chgData name="周 耀阳" userId="6260573ca82bfa6b" providerId="LiveId" clId="{B35433DD-9E8A-422E-89BB-B97CD9920363}" dt="2021-06-19T02:10:40.530" v="4665"/>
          <ac:picMkLst>
            <pc:docMk/>
            <pc:sldMk cId="1794846531" sldId="297"/>
            <ac:picMk id="13" creationId="{6AD40FE0-4956-4DF9-8763-4486913394DD}"/>
          </ac:picMkLst>
        </pc:picChg>
      </pc:sldChg>
      <pc:sldChg chg="addSp modSp mod">
        <pc:chgData name="周 耀阳" userId="6260573ca82bfa6b" providerId="LiveId" clId="{B35433DD-9E8A-422E-89BB-B97CD9920363}" dt="2021-06-19T09:29:03.707" v="7295" actId="14100"/>
        <pc:sldMkLst>
          <pc:docMk/>
          <pc:sldMk cId="2973334476" sldId="298"/>
        </pc:sldMkLst>
        <pc:spChg chg="mod">
          <ac:chgData name="周 耀阳" userId="6260573ca82bfa6b" providerId="LiveId" clId="{B35433DD-9E8A-422E-89BB-B97CD9920363}" dt="2021-06-12T07:38:18.805" v="678" actId="1076"/>
          <ac:spMkLst>
            <pc:docMk/>
            <pc:sldMk cId="2973334476" sldId="298"/>
            <ac:spMk id="2" creationId="{75D47DA4-9894-4AC2-B780-2402CECD0036}"/>
          </ac:spMkLst>
        </pc:spChg>
        <pc:spChg chg="add mod">
          <ac:chgData name="周 耀阳" userId="6260573ca82bfa6b" providerId="LiveId" clId="{B35433DD-9E8A-422E-89BB-B97CD9920363}" dt="2021-06-19T09:29:03.707" v="7295" actId="14100"/>
          <ac:spMkLst>
            <pc:docMk/>
            <pc:sldMk cId="2973334476" sldId="298"/>
            <ac:spMk id="3" creationId="{1D581C2C-6069-409D-8B85-4077F0D9535B}"/>
          </ac:spMkLst>
        </pc:spChg>
        <pc:picChg chg="add mod">
          <ac:chgData name="周 耀阳" userId="6260573ca82bfa6b" providerId="LiveId" clId="{B35433DD-9E8A-422E-89BB-B97CD9920363}" dt="2021-06-19T09:22:35.705" v="7291" actId="1076"/>
          <ac:picMkLst>
            <pc:docMk/>
            <pc:sldMk cId="2973334476" sldId="298"/>
            <ac:picMk id="5" creationId="{5EEE5A5C-8C4E-44C9-8813-A6FBDA0D11C4}"/>
          </ac:picMkLst>
        </pc:picChg>
      </pc:sldChg>
      <pc:sldChg chg="modSp mod modNotesTx">
        <pc:chgData name="周 耀阳" userId="6260573ca82bfa6b" providerId="LiveId" clId="{B35433DD-9E8A-422E-89BB-B97CD9920363}" dt="2021-06-19T08:25:12.272" v="5873"/>
        <pc:sldMkLst>
          <pc:docMk/>
          <pc:sldMk cId="3841038344" sldId="299"/>
        </pc:sldMkLst>
        <pc:spChg chg="mod">
          <ac:chgData name="周 耀阳" userId="6260573ca82bfa6b" providerId="LiveId" clId="{B35433DD-9E8A-422E-89BB-B97CD9920363}" dt="2021-06-12T05:20:34.990" v="639" actId="20577"/>
          <ac:spMkLst>
            <pc:docMk/>
            <pc:sldMk cId="3841038344" sldId="299"/>
            <ac:spMk id="2" creationId="{AE950F82-1671-47B8-801B-005548ABEED8}"/>
          </ac:spMkLst>
        </pc:spChg>
      </pc:sldChg>
      <pc:sldChg chg="modSp new mod ord modNotesTx">
        <pc:chgData name="周 耀阳" userId="6260573ca82bfa6b" providerId="LiveId" clId="{B35433DD-9E8A-422E-89BB-B97CD9920363}" dt="2021-06-19T09:14:42.285" v="7041" actId="20577"/>
        <pc:sldMkLst>
          <pc:docMk/>
          <pc:sldMk cId="701148400" sldId="300"/>
        </pc:sldMkLst>
        <pc:spChg chg="mod">
          <ac:chgData name="周 耀阳" userId="6260573ca82bfa6b" providerId="LiveId" clId="{B35433DD-9E8A-422E-89BB-B97CD9920363}" dt="2021-06-08T10:48:17.020" v="22" actId="20577"/>
          <ac:spMkLst>
            <pc:docMk/>
            <pc:sldMk cId="701148400" sldId="300"/>
            <ac:spMk id="2" creationId="{A87E3737-6CA2-4D84-A21A-CE5AA7BAB171}"/>
          </ac:spMkLst>
        </pc:spChg>
        <pc:spChg chg="mod">
          <ac:chgData name="周 耀阳" userId="6260573ca82bfa6b" providerId="LiveId" clId="{B35433DD-9E8A-422E-89BB-B97CD9920363}" dt="2021-06-12T07:54:47.488" v="1128" actId="207"/>
          <ac:spMkLst>
            <pc:docMk/>
            <pc:sldMk cId="701148400" sldId="300"/>
            <ac:spMk id="3" creationId="{475CC05D-F3B3-4BC6-AD20-3C8D44667659}"/>
          </ac:spMkLst>
        </pc:spChg>
      </pc:sldChg>
      <pc:sldMasterChg chg="modSp modSldLayout">
        <pc:chgData name="周 耀阳" userId="6260573ca82bfa6b" providerId="LiveId" clId="{B35433DD-9E8A-422E-89BB-B97CD9920363}" dt="2021-06-12T05:09:51.407" v="296" actId="2711"/>
        <pc:sldMasterMkLst>
          <pc:docMk/>
          <pc:sldMasterMk cId="2342203442" sldId="2147483660"/>
        </pc:sldMasterMkLst>
        <pc:spChg chg="mod">
          <ac:chgData name="周 耀阳" userId="6260573ca82bfa6b" providerId="LiveId" clId="{B35433DD-9E8A-422E-89BB-B97CD9920363}" dt="2021-06-12T05:08:36.609" v="281" actId="2711"/>
          <ac:spMkLst>
            <pc:docMk/>
            <pc:sldMasterMk cId="2342203442" sldId="2147483660"/>
            <ac:spMk id="2" creationId="{00000000-0000-0000-0000-000000000000}"/>
          </ac:spMkLst>
        </pc:spChg>
        <pc:spChg chg="mod">
          <ac:chgData name="周 耀阳" userId="6260573ca82bfa6b" providerId="LiveId" clId="{B35433DD-9E8A-422E-89BB-B97CD9920363}" dt="2021-06-12T05:08:42.772" v="283" actId="2711"/>
          <ac:spMkLst>
            <pc:docMk/>
            <pc:sldMasterMk cId="2342203442" sldId="2147483660"/>
            <ac:spMk id="3" creationId="{00000000-0000-0000-0000-000000000000}"/>
          </ac:spMkLst>
        </pc:spChg>
        <pc:sldLayoutChg chg="modSp">
          <pc:chgData name="周 耀阳" userId="6260573ca82bfa6b" providerId="LiveId" clId="{B35433DD-9E8A-422E-89BB-B97CD9920363}" dt="2021-06-12T05:08:25.443" v="279" actId="2711"/>
          <pc:sldLayoutMkLst>
            <pc:docMk/>
            <pc:sldMasterMk cId="2342203442" sldId="2147483660"/>
            <pc:sldLayoutMk cId="2797650177" sldId="2147483661"/>
          </pc:sldLayoutMkLst>
          <pc:spChg chg="mod">
            <ac:chgData name="周 耀阳" userId="6260573ca82bfa6b" providerId="LiveId" clId="{B35433DD-9E8A-422E-89BB-B97CD9920363}" dt="2021-06-12T05:08:19.343" v="278" actId="2711"/>
            <ac:spMkLst>
              <pc:docMk/>
              <pc:sldMasterMk cId="2342203442" sldId="2147483660"/>
              <pc:sldLayoutMk cId="2797650177" sldId="2147483661"/>
              <ac:spMk id="32771" creationId="{00000000-0000-0000-0000-000000000000}"/>
            </ac:spMkLst>
          </pc:spChg>
          <pc:spChg chg="mod">
            <ac:chgData name="周 耀阳" userId="6260573ca82bfa6b" providerId="LiveId" clId="{B35433DD-9E8A-422E-89BB-B97CD9920363}" dt="2021-06-12T05:08:25.443" v="279" actId="2711"/>
            <ac:spMkLst>
              <pc:docMk/>
              <pc:sldMasterMk cId="2342203442" sldId="2147483660"/>
              <pc:sldLayoutMk cId="2797650177" sldId="2147483661"/>
              <ac:spMk id="32772" creationId="{00000000-0000-0000-0000-000000000000}"/>
            </ac:spMkLst>
          </pc:spChg>
        </pc:sldLayoutChg>
        <pc:sldLayoutChg chg="modSp">
          <pc:chgData name="周 耀阳" userId="6260573ca82bfa6b" providerId="LiveId" clId="{B35433DD-9E8A-422E-89BB-B97CD9920363}" dt="2021-06-12T05:09:40.113" v="294" actId="2711"/>
          <pc:sldLayoutMkLst>
            <pc:docMk/>
            <pc:sldMasterMk cId="2342203442" sldId="2147483660"/>
            <pc:sldLayoutMk cId="3127179812" sldId="2147483662"/>
          </pc:sldLayoutMkLst>
          <pc:spChg chg="mod">
            <ac:chgData name="周 耀阳" userId="6260573ca82bfa6b" providerId="LiveId" clId="{B35433DD-9E8A-422E-89BB-B97CD9920363}" dt="2021-06-12T05:09:40.113" v="294" actId="2711"/>
            <ac:spMkLst>
              <pc:docMk/>
              <pc:sldMasterMk cId="2342203442" sldId="2147483660"/>
              <pc:sldLayoutMk cId="3127179812" sldId="2147483662"/>
              <ac:spMk id="2" creationId="{00000000-0000-0000-0000-000000000000}"/>
            </ac:spMkLst>
          </pc:spChg>
          <pc:spChg chg="mod">
            <ac:chgData name="周 耀阳" userId="6260573ca82bfa6b" providerId="LiveId" clId="{B35433DD-9E8A-422E-89BB-B97CD9920363}" dt="2021-06-12T05:08:51.075" v="285" actId="2711"/>
            <ac:spMkLst>
              <pc:docMk/>
              <pc:sldMasterMk cId="2342203442" sldId="2147483660"/>
              <pc:sldLayoutMk cId="3127179812" sldId="2147483662"/>
              <ac:spMk id="3" creationId="{00000000-0000-0000-0000-000000000000}"/>
            </ac:spMkLst>
          </pc:spChg>
        </pc:sldLayoutChg>
        <pc:sldLayoutChg chg="modSp">
          <pc:chgData name="周 耀阳" userId="6260573ca82bfa6b" providerId="LiveId" clId="{B35433DD-9E8A-422E-89BB-B97CD9920363}" dt="2021-06-12T05:09:47.577" v="295" actId="2711"/>
          <pc:sldLayoutMkLst>
            <pc:docMk/>
            <pc:sldMasterMk cId="2342203442" sldId="2147483660"/>
            <pc:sldLayoutMk cId="2253863681" sldId="2147483663"/>
          </pc:sldLayoutMkLst>
          <pc:spChg chg="mod">
            <ac:chgData name="周 耀阳" userId="6260573ca82bfa6b" providerId="LiveId" clId="{B35433DD-9E8A-422E-89BB-B97CD9920363}" dt="2021-06-12T05:09:47.577" v="295" actId="2711"/>
            <ac:spMkLst>
              <pc:docMk/>
              <pc:sldMasterMk cId="2342203442" sldId="2147483660"/>
              <pc:sldLayoutMk cId="2253863681" sldId="2147483663"/>
              <ac:spMk id="2" creationId="{00000000-0000-0000-0000-000000000000}"/>
            </ac:spMkLst>
          </pc:spChg>
          <pc:spChg chg="mod">
            <ac:chgData name="周 耀阳" userId="6260573ca82bfa6b" providerId="LiveId" clId="{B35433DD-9E8A-422E-89BB-B97CD9920363}" dt="2021-06-12T05:08:58.148" v="289" actId="2711"/>
            <ac:spMkLst>
              <pc:docMk/>
              <pc:sldMasterMk cId="2342203442" sldId="2147483660"/>
              <pc:sldLayoutMk cId="2253863681" sldId="2147483663"/>
              <ac:spMk id="3" creationId="{00000000-0000-0000-0000-000000000000}"/>
            </ac:spMkLst>
          </pc:spChg>
        </pc:sldLayoutChg>
        <pc:sldLayoutChg chg="modSp">
          <pc:chgData name="周 耀阳" userId="6260573ca82bfa6b" providerId="LiveId" clId="{B35433DD-9E8A-422E-89BB-B97CD9920363}" dt="2021-06-12T05:09:51.407" v="296" actId="2711"/>
          <pc:sldLayoutMkLst>
            <pc:docMk/>
            <pc:sldMasterMk cId="2342203442" sldId="2147483660"/>
            <pc:sldLayoutMk cId="379292322" sldId="2147483664"/>
          </pc:sldLayoutMkLst>
          <pc:spChg chg="mod">
            <ac:chgData name="周 耀阳" userId="6260573ca82bfa6b" providerId="LiveId" clId="{B35433DD-9E8A-422E-89BB-B97CD9920363}" dt="2021-06-12T05:09:51.407" v="296" actId="2711"/>
            <ac:spMkLst>
              <pc:docMk/>
              <pc:sldMasterMk cId="2342203442" sldId="2147483660"/>
              <pc:sldLayoutMk cId="379292322" sldId="2147483664"/>
              <ac:spMk id="2" creationId="{00000000-0000-0000-0000-000000000000}"/>
            </ac:spMkLst>
          </pc:spChg>
          <pc:spChg chg="mod">
            <ac:chgData name="周 耀阳" userId="6260573ca82bfa6b" providerId="LiveId" clId="{B35433DD-9E8A-422E-89BB-B97CD9920363}" dt="2021-06-12T05:09:05.194" v="291" actId="2711"/>
            <ac:spMkLst>
              <pc:docMk/>
              <pc:sldMasterMk cId="2342203442" sldId="2147483660"/>
              <pc:sldLayoutMk cId="379292322" sldId="2147483664"/>
              <ac:spMk id="3" creationId="{00000000-0000-0000-0000-000000000000}"/>
            </ac:spMkLst>
          </pc:spChg>
          <pc:spChg chg="mod">
            <ac:chgData name="周 耀阳" userId="6260573ca82bfa6b" providerId="LiveId" clId="{B35433DD-9E8A-422E-89BB-B97CD9920363}" dt="2021-06-12T05:09:09.650" v="292" actId="2711"/>
            <ac:spMkLst>
              <pc:docMk/>
              <pc:sldMasterMk cId="2342203442" sldId="2147483660"/>
              <pc:sldLayoutMk cId="379292322" sldId="2147483664"/>
              <ac:spMk id="8" creationId="{820C81BA-515B-4D7D-BECE-606F05C53031}"/>
            </ac:spMkLst>
          </pc:spChg>
        </pc:sldLayoutChg>
        <pc:sldLayoutChg chg="modSp">
          <pc:chgData name="周 耀阳" userId="6260573ca82bfa6b" providerId="LiveId" clId="{B35433DD-9E8A-422E-89BB-B97CD9920363}" dt="2021-06-12T05:09:14.125" v="293" actId="2711"/>
          <pc:sldLayoutMkLst>
            <pc:docMk/>
            <pc:sldMasterMk cId="2342203442" sldId="2147483660"/>
            <pc:sldLayoutMk cId="2935046783" sldId="2147483665"/>
          </pc:sldLayoutMkLst>
          <pc:spChg chg="mod">
            <ac:chgData name="周 耀阳" userId="6260573ca82bfa6b" providerId="LiveId" clId="{B35433DD-9E8A-422E-89BB-B97CD9920363}" dt="2021-06-12T05:09:14.125" v="293" actId="2711"/>
            <ac:spMkLst>
              <pc:docMk/>
              <pc:sldMasterMk cId="2342203442" sldId="2147483660"/>
              <pc:sldLayoutMk cId="2935046783" sldId="2147483665"/>
              <ac:spMk id="9" creationId="{6D2A5CC1-243A-49E0-9869-BB9D80752A2A}"/>
            </ac:spMkLst>
          </pc:spChg>
        </pc:sldLayoutChg>
      </pc:sldMasterChg>
    </pc:docChg>
  </pc:docChgLst>
  <pc:docChgLst>
    <pc:chgData name="周 耀阳" userId="6260573ca82bfa6b" providerId="LiveId" clId="{BABFB778-F3ED-4203-A726-79876BAD898D}"/>
    <pc:docChg chg="undo custSel addSld delSld modSld sldOrd">
      <pc:chgData name="周 耀阳" userId="6260573ca82bfa6b" providerId="LiveId" clId="{BABFB778-F3ED-4203-A726-79876BAD898D}" dt="2021-07-19T07:59:20.561" v="214" actId="20577"/>
      <pc:docMkLst>
        <pc:docMk/>
      </pc:docMkLst>
      <pc:sldChg chg="mod ord modShow">
        <pc:chgData name="周 耀阳" userId="6260573ca82bfa6b" providerId="LiveId" clId="{BABFB778-F3ED-4203-A726-79876BAD898D}" dt="2021-07-19T07:52:01.172" v="3" actId="729"/>
        <pc:sldMkLst>
          <pc:docMk/>
          <pc:sldMk cId="3262307341" sldId="267"/>
        </pc:sldMkLst>
      </pc:sldChg>
      <pc:sldChg chg="modSp mod">
        <pc:chgData name="周 耀阳" userId="6260573ca82bfa6b" providerId="LiveId" clId="{BABFB778-F3ED-4203-A726-79876BAD898D}" dt="2021-07-19T07:53:15.921" v="107" actId="20577"/>
        <pc:sldMkLst>
          <pc:docMk/>
          <pc:sldMk cId="2857920854" sldId="284"/>
        </pc:sldMkLst>
        <pc:spChg chg="mod">
          <ac:chgData name="周 耀阳" userId="6260573ca82bfa6b" providerId="LiveId" clId="{BABFB778-F3ED-4203-A726-79876BAD898D}" dt="2021-07-19T07:53:15.921" v="107" actId="20577"/>
          <ac:spMkLst>
            <pc:docMk/>
            <pc:sldMk cId="2857920854" sldId="284"/>
            <ac:spMk id="3" creationId="{DD5DD821-37B1-4A13-83E9-2CBFE5A8F884}"/>
          </ac:spMkLst>
        </pc:spChg>
      </pc:sldChg>
      <pc:sldChg chg="modSp mod">
        <pc:chgData name="周 耀阳" userId="6260573ca82bfa6b" providerId="LiveId" clId="{BABFB778-F3ED-4203-A726-79876BAD898D}" dt="2021-07-19T07:52:47.242" v="90" actId="20577"/>
        <pc:sldMkLst>
          <pc:docMk/>
          <pc:sldMk cId="726710360" sldId="287"/>
        </pc:sldMkLst>
        <pc:spChg chg="mod">
          <ac:chgData name="周 耀阳" userId="6260573ca82bfa6b" providerId="LiveId" clId="{BABFB778-F3ED-4203-A726-79876BAD898D}" dt="2021-07-19T07:52:47.242" v="90" actId="20577"/>
          <ac:spMkLst>
            <pc:docMk/>
            <pc:sldMk cId="726710360" sldId="287"/>
            <ac:spMk id="3" creationId="{3087257E-2410-49AC-80C8-1F0925F49488}"/>
          </ac:spMkLst>
        </pc:spChg>
      </pc:sldChg>
      <pc:sldChg chg="mod ord modShow">
        <pc:chgData name="周 耀阳" userId="6260573ca82bfa6b" providerId="LiveId" clId="{BABFB778-F3ED-4203-A726-79876BAD898D}" dt="2021-07-19T07:52:10.489" v="8"/>
        <pc:sldMkLst>
          <pc:docMk/>
          <pc:sldMk cId="3246256761" sldId="288"/>
        </pc:sldMkLst>
      </pc:sldChg>
      <pc:sldChg chg="del">
        <pc:chgData name="周 耀阳" userId="6260573ca82bfa6b" providerId="LiveId" clId="{BABFB778-F3ED-4203-A726-79876BAD898D}" dt="2021-07-19T07:51:45.943" v="0" actId="47"/>
        <pc:sldMkLst>
          <pc:docMk/>
          <pc:sldMk cId="2973334476" sldId="298"/>
        </pc:sldMkLst>
      </pc:sldChg>
      <pc:sldChg chg="addSp delSp modSp new mod">
        <pc:chgData name="周 耀阳" userId="6260573ca82bfa6b" providerId="LiveId" clId="{BABFB778-F3ED-4203-A726-79876BAD898D}" dt="2021-07-19T07:58:17.296" v="169"/>
        <pc:sldMkLst>
          <pc:docMk/>
          <pc:sldMk cId="2858164799" sldId="304"/>
        </pc:sldMkLst>
        <pc:spChg chg="mod">
          <ac:chgData name="周 耀阳" userId="6260573ca82bfa6b" providerId="LiveId" clId="{BABFB778-F3ED-4203-A726-79876BAD898D}" dt="2021-07-19T07:58:17.296" v="169"/>
          <ac:spMkLst>
            <pc:docMk/>
            <pc:sldMk cId="2858164799" sldId="304"/>
            <ac:spMk id="2" creationId="{EE0A6BC1-8B51-428B-AD68-59349D21DD1C}"/>
          </ac:spMkLst>
        </pc:spChg>
        <pc:picChg chg="add del">
          <ac:chgData name="周 耀阳" userId="6260573ca82bfa6b" providerId="LiveId" clId="{BABFB778-F3ED-4203-A726-79876BAD898D}" dt="2021-07-19T07:54:29.130" v="144" actId="22"/>
          <ac:picMkLst>
            <pc:docMk/>
            <pc:sldMk cId="2858164799" sldId="304"/>
            <ac:picMk id="5" creationId="{A766C35E-12F9-45DB-807C-72309C30DA13}"/>
          </ac:picMkLst>
        </pc:picChg>
        <pc:picChg chg="add mod">
          <ac:chgData name="周 耀阳" userId="6260573ca82bfa6b" providerId="LiveId" clId="{BABFB778-F3ED-4203-A726-79876BAD898D}" dt="2021-07-19T07:54:46.880" v="148" actId="14100"/>
          <ac:picMkLst>
            <pc:docMk/>
            <pc:sldMk cId="2858164799" sldId="304"/>
            <ac:picMk id="7" creationId="{61ACCA58-D7F3-456A-B271-B63C26198185}"/>
          </ac:picMkLst>
        </pc:picChg>
      </pc:sldChg>
      <pc:sldChg chg="modSp add mod">
        <pc:chgData name="周 耀阳" userId="6260573ca82bfa6b" providerId="LiveId" clId="{BABFB778-F3ED-4203-A726-79876BAD898D}" dt="2021-07-19T07:53:57.442" v="142" actId="20577"/>
        <pc:sldMkLst>
          <pc:docMk/>
          <pc:sldMk cId="3053852877" sldId="305"/>
        </pc:sldMkLst>
        <pc:spChg chg="mod">
          <ac:chgData name="周 耀阳" userId="6260573ca82bfa6b" providerId="LiveId" clId="{BABFB778-F3ED-4203-A726-79876BAD898D}" dt="2021-07-19T07:53:57.442" v="142" actId="20577"/>
          <ac:spMkLst>
            <pc:docMk/>
            <pc:sldMk cId="3053852877" sldId="305"/>
            <ac:spMk id="2" creationId="{AE950F82-1671-47B8-801B-005548ABEED8}"/>
          </ac:spMkLst>
        </pc:spChg>
      </pc:sldChg>
      <pc:sldChg chg="addSp modSp new mod">
        <pc:chgData name="周 耀阳" userId="6260573ca82bfa6b" providerId="LiveId" clId="{BABFB778-F3ED-4203-A726-79876BAD898D}" dt="2021-07-19T07:59:20.561" v="214" actId="20577"/>
        <pc:sldMkLst>
          <pc:docMk/>
          <pc:sldMk cId="3591458383" sldId="306"/>
        </pc:sldMkLst>
        <pc:spChg chg="mod">
          <ac:chgData name="周 耀阳" userId="6260573ca82bfa6b" providerId="LiveId" clId="{BABFB778-F3ED-4203-A726-79876BAD898D}" dt="2021-07-19T07:58:49.897" v="190" actId="20577"/>
          <ac:spMkLst>
            <pc:docMk/>
            <pc:sldMk cId="3591458383" sldId="306"/>
            <ac:spMk id="2" creationId="{02F77576-4FD8-4D9A-9225-EB3636071B0F}"/>
          </ac:spMkLst>
        </pc:spChg>
        <pc:spChg chg="mod">
          <ac:chgData name="周 耀阳" userId="6260573ca82bfa6b" providerId="LiveId" clId="{BABFB778-F3ED-4203-A726-79876BAD898D}" dt="2021-07-19T07:59:20.561" v="214" actId="20577"/>
          <ac:spMkLst>
            <pc:docMk/>
            <pc:sldMk cId="3591458383" sldId="306"/>
            <ac:spMk id="3" creationId="{DFAC7362-DD68-4834-8A35-A7FC9254438E}"/>
          </ac:spMkLst>
        </pc:spChg>
        <pc:picChg chg="add mod">
          <ac:chgData name="周 耀阳" userId="6260573ca82bfa6b" providerId="LiveId" clId="{BABFB778-F3ED-4203-A726-79876BAD898D}" dt="2021-07-19T07:59:02.131" v="192" actId="1076"/>
          <ac:picMkLst>
            <pc:docMk/>
            <pc:sldMk cId="3591458383" sldId="306"/>
            <ac:picMk id="4" creationId="{9D035B9B-B5B6-44BD-B0A7-E995321CBC61}"/>
          </ac:picMkLst>
        </pc:picChg>
      </pc:sldChg>
    </pc:docChg>
  </pc:docChgLst>
  <pc:docChgLst>
    <pc:chgData name="周 耀阳" userId="6260573ca82bfa6b" providerId="LiveId" clId="{6C1C45BC-9E41-42DA-82CE-298912EE041D}"/>
    <pc:docChg chg="custSel modSld modMainMaster">
      <pc:chgData name="周 耀阳" userId="6260573ca82bfa6b" providerId="LiveId" clId="{6C1C45BC-9E41-42DA-82CE-298912EE041D}" dt="2022-06-22T03:01:14.698" v="9" actId="27636"/>
      <pc:docMkLst>
        <pc:docMk/>
      </pc:docMkLst>
      <pc:sldChg chg="modSp mod">
        <pc:chgData name="周 耀阳" userId="6260573ca82bfa6b" providerId="LiveId" clId="{6C1C45BC-9E41-42DA-82CE-298912EE041D}" dt="2022-06-22T03:00:47.963" v="1" actId="27636"/>
        <pc:sldMkLst>
          <pc:docMk/>
          <pc:sldMk cId="1670305707" sldId="259"/>
        </pc:sldMkLst>
        <pc:spChg chg="mod">
          <ac:chgData name="周 耀阳" userId="6260573ca82bfa6b" providerId="LiveId" clId="{6C1C45BC-9E41-42DA-82CE-298912EE041D}" dt="2022-06-22T03:00:47.963" v="1" actId="27636"/>
          <ac:spMkLst>
            <pc:docMk/>
            <pc:sldMk cId="1670305707" sldId="259"/>
            <ac:spMk id="3" creationId="{30F49D9F-0F35-42F9-971E-65D0702A70C6}"/>
          </ac:spMkLst>
        </pc:spChg>
      </pc:sldChg>
      <pc:sldChg chg="modSp mod">
        <pc:chgData name="周 耀阳" userId="6260573ca82bfa6b" providerId="LiveId" clId="{6C1C45BC-9E41-42DA-82CE-298912EE041D}" dt="2022-06-22T03:00:47.972" v="2" actId="27636"/>
        <pc:sldMkLst>
          <pc:docMk/>
          <pc:sldMk cId="2323263438" sldId="261"/>
        </pc:sldMkLst>
        <pc:spChg chg="mod">
          <ac:chgData name="周 耀阳" userId="6260573ca82bfa6b" providerId="LiveId" clId="{6C1C45BC-9E41-42DA-82CE-298912EE041D}" dt="2022-06-22T03:00:47.972" v="2" actId="27636"/>
          <ac:spMkLst>
            <pc:docMk/>
            <pc:sldMk cId="2323263438" sldId="261"/>
            <ac:spMk id="3" creationId="{FB9FAB33-7E73-41FA-AF6F-D302F4103BD7}"/>
          </ac:spMkLst>
        </pc:spChg>
      </pc:sldChg>
      <pc:sldChg chg="modSp mod">
        <pc:chgData name="周 耀阳" userId="6260573ca82bfa6b" providerId="LiveId" clId="{6C1C45BC-9E41-42DA-82CE-298912EE041D}" dt="2022-06-22T03:00:48" v="4" actId="27636"/>
        <pc:sldMkLst>
          <pc:docMk/>
          <pc:sldMk cId="3262307341" sldId="267"/>
        </pc:sldMkLst>
        <pc:spChg chg="mod">
          <ac:chgData name="周 耀阳" userId="6260573ca82bfa6b" providerId="LiveId" clId="{6C1C45BC-9E41-42DA-82CE-298912EE041D}" dt="2022-06-22T03:00:48" v="4" actId="27636"/>
          <ac:spMkLst>
            <pc:docMk/>
            <pc:sldMk cId="3262307341" sldId="267"/>
            <ac:spMk id="3" creationId="{3A8FE9CC-D8E7-49CF-BFA5-C7AA207135F8}"/>
          </ac:spMkLst>
        </pc:spChg>
      </pc:sldChg>
      <pc:sldChg chg="modSp mod">
        <pc:chgData name="周 耀阳" userId="6260573ca82bfa6b" providerId="LiveId" clId="{6C1C45BC-9E41-42DA-82CE-298912EE041D}" dt="2022-06-22T03:00:47.983" v="3" actId="27636"/>
        <pc:sldMkLst>
          <pc:docMk/>
          <pc:sldMk cId="4121174608" sldId="276"/>
        </pc:sldMkLst>
        <pc:spChg chg="mod">
          <ac:chgData name="周 耀阳" userId="6260573ca82bfa6b" providerId="LiveId" clId="{6C1C45BC-9E41-42DA-82CE-298912EE041D}" dt="2022-06-22T03:00:47.983" v="3" actId="27636"/>
          <ac:spMkLst>
            <pc:docMk/>
            <pc:sldMk cId="4121174608" sldId="276"/>
            <ac:spMk id="3" creationId="{A30AF9F6-0410-49B2-9094-980FDA7E7AFD}"/>
          </ac:spMkLst>
        </pc:spChg>
      </pc:sldChg>
      <pc:sldChg chg="modSp mod">
        <pc:chgData name="周 耀阳" userId="6260573ca82bfa6b" providerId="LiveId" clId="{6C1C45BC-9E41-42DA-82CE-298912EE041D}" dt="2022-06-22T03:01:14.698" v="9" actId="27636"/>
        <pc:sldMkLst>
          <pc:docMk/>
          <pc:sldMk cId="3846376560" sldId="279"/>
        </pc:sldMkLst>
        <pc:spChg chg="mod">
          <ac:chgData name="周 耀阳" userId="6260573ca82bfa6b" providerId="LiveId" clId="{6C1C45BC-9E41-42DA-82CE-298912EE041D}" dt="2022-06-22T03:01:14.698" v="9" actId="27636"/>
          <ac:spMkLst>
            <pc:docMk/>
            <pc:sldMk cId="3846376560" sldId="279"/>
            <ac:spMk id="2" creationId="{CC80FB3A-96F4-4E12-B14D-F0CD7CED41DA}"/>
          </ac:spMkLst>
        </pc:spChg>
      </pc:sldChg>
      <pc:sldMasterChg chg="modSldLayout">
        <pc:chgData name="周 耀阳" userId="6260573ca82bfa6b" providerId="LiveId" clId="{6C1C45BC-9E41-42DA-82CE-298912EE041D}" dt="2022-06-22T03:01:14.681" v="8" actId="255"/>
        <pc:sldMasterMkLst>
          <pc:docMk/>
          <pc:sldMasterMk cId="2565862569" sldId="2147483666"/>
        </pc:sldMasterMkLst>
        <pc:sldLayoutChg chg="modSp">
          <pc:chgData name="周 耀阳" userId="6260573ca82bfa6b" providerId="LiveId" clId="{6C1C45BC-9E41-42DA-82CE-298912EE041D}" dt="2022-06-22T03:01:14.681" v="8" actId="255"/>
          <pc:sldLayoutMkLst>
            <pc:docMk/>
            <pc:sldMasterMk cId="2565862569" sldId="2147483666"/>
            <pc:sldLayoutMk cId="1676430805" sldId="2147483668"/>
          </pc:sldLayoutMkLst>
          <pc:spChg chg="mod">
            <ac:chgData name="周 耀阳" userId="6260573ca82bfa6b" providerId="LiveId" clId="{6C1C45BC-9E41-42DA-82CE-298912EE041D}" dt="2022-06-22T03:01:14.681" v="8" actId="255"/>
            <ac:spMkLst>
              <pc:docMk/>
              <pc:sldMasterMk cId="2565862569" sldId="2147483666"/>
              <pc:sldLayoutMk cId="1676430805" sldId="2147483668"/>
              <ac:spMk id="2" creationId="{00000000-0000-0000-0000-000000000000}"/>
            </ac:spMkLst>
          </pc:spChg>
          <pc:spChg chg="mod">
            <ac:chgData name="周 耀阳" userId="6260573ca82bfa6b" providerId="LiveId" clId="{6C1C45BC-9E41-42DA-82CE-298912EE041D}" dt="2022-06-22T03:00:47.932" v="0" actId="255"/>
            <ac:spMkLst>
              <pc:docMk/>
              <pc:sldMasterMk cId="2565862569" sldId="2147483666"/>
              <pc:sldLayoutMk cId="1676430805" sldId="2147483668"/>
              <ac:spMk id="3" creationId="{00000000-0000-0000-0000-000000000000}"/>
            </ac:spMkLst>
          </pc:spChg>
        </pc:sldLayoutChg>
        <pc:sldLayoutChg chg="modSp">
          <pc:chgData name="周 耀阳" userId="6260573ca82bfa6b" providerId="LiveId" clId="{6C1C45BC-9E41-42DA-82CE-298912EE041D}" dt="2022-06-22T03:01:11.033" v="7" actId="255"/>
          <pc:sldLayoutMkLst>
            <pc:docMk/>
            <pc:sldMasterMk cId="2565862569" sldId="2147483666"/>
            <pc:sldLayoutMk cId="622015646" sldId="2147483669"/>
          </pc:sldLayoutMkLst>
          <pc:spChg chg="mod">
            <ac:chgData name="周 耀阳" userId="6260573ca82bfa6b" providerId="LiveId" clId="{6C1C45BC-9E41-42DA-82CE-298912EE041D}" dt="2022-06-22T03:01:11.033" v="7" actId="255"/>
            <ac:spMkLst>
              <pc:docMk/>
              <pc:sldMasterMk cId="2565862569" sldId="2147483666"/>
              <pc:sldLayoutMk cId="622015646" sldId="2147483669"/>
              <ac:spMk id="2" creationId="{00000000-0000-0000-0000-000000000000}"/>
            </ac:spMkLst>
          </pc:spChg>
        </pc:sldLayoutChg>
        <pc:sldLayoutChg chg="modSp">
          <pc:chgData name="周 耀阳" userId="6260573ca82bfa6b" providerId="LiveId" clId="{6C1C45BC-9E41-42DA-82CE-298912EE041D}" dt="2022-06-22T03:01:07.113" v="6" actId="255"/>
          <pc:sldLayoutMkLst>
            <pc:docMk/>
            <pc:sldMasterMk cId="2565862569" sldId="2147483666"/>
            <pc:sldLayoutMk cId="4244678491" sldId="2147483670"/>
          </pc:sldLayoutMkLst>
          <pc:spChg chg="mod">
            <ac:chgData name="周 耀阳" userId="6260573ca82bfa6b" providerId="LiveId" clId="{6C1C45BC-9E41-42DA-82CE-298912EE041D}" dt="2022-06-22T03:01:07.113" v="6" actId="255"/>
            <ac:spMkLst>
              <pc:docMk/>
              <pc:sldMasterMk cId="2565862569" sldId="2147483666"/>
              <pc:sldLayoutMk cId="4244678491" sldId="2147483670"/>
              <ac:spMk id="2" creationId="{00000000-0000-0000-0000-000000000000}"/>
            </ac:spMkLst>
          </pc:spChg>
        </pc:sldLayoutChg>
        <pc:sldLayoutChg chg="modSp">
          <pc:chgData name="周 耀阳" userId="6260573ca82bfa6b" providerId="LiveId" clId="{6C1C45BC-9E41-42DA-82CE-298912EE041D}" dt="2022-06-22T03:01:02.721" v="5" actId="255"/>
          <pc:sldLayoutMkLst>
            <pc:docMk/>
            <pc:sldMasterMk cId="2565862569" sldId="2147483666"/>
            <pc:sldLayoutMk cId="2600528412" sldId="2147483671"/>
          </pc:sldLayoutMkLst>
          <pc:spChg chg="mod">
            <ac:chgData name="周 耀阳" userId="6260573ca82bfa6b" providerId="LiveId" clId="{6C1C45BC-9E41-42DA-82CE-298912EE041D}" dt="2022-06-22T03:01:02.721" v="5" actId="255"/>
            <ac:spMkLst>
              <pc:docMk/>
              <pc:sldMasterMk cId="2565862569" sldId="2147483666"/>
              <pc:sldLayoutMk cId="2600528412" sldId="2147483671"/>
              <ac:spMk id="2" creationId="{00000000-0000-0000-0000-000000000000}"/>
            </ac:spMkLst>
          </pc:spChg>
        </pc:sldLayoutChg>
      </pc:sldMasterChg>
    </pc:docChg>
  </pc:docChgLst>
  <pc:docChgLst>
    <pc:chgData name="周 耀阳" userId="6260573ca82bfa6b" providerId="LiveId" clId="{191A8708-86CB-4501-83C8-A9A9444486EA}"/>
    <pc:docChg chg="undo custSel modSld sldOrd">
      <pc:chgData name="周 耀阳" userId="6260573ca82bfa6b" providerId="LiveId" clId="{191A8708-86CB-4501-83C8-A9A9444486EA}" dt="2021-05-12T05:56:48.474" v="198" actId="20577"/>
      <pc:docMkLst>
        <pc:docMk/>
      </pc:docMkLst>
      <pc:sldChg chg="modSp mod">
        <pc:chgData name="周 耀阳" userId="6260573ca82bfa6b" providerId="LiveId" clId="{191A8708-86CB-4501-83C8-A9A9444486EA}" dt="2021-05-12T05:54:00.209" v="113" actId="20577"/>
        <pc:sldMkLst>
          <pc:docMk/>
          <pc:sldMk cId="1670305707" sldId="259"/>
        </pc:sldMkLst>
        <pc:spChg chg="mod">
          <ac:chgData name="周 耀阳" userId="6260573ca82bfa6b" providerId="LiveId" clId="{191A8708-86CB-4501-83C8-A9A9444486EA}" dt="2021-05-12T05:54:00.209" v="113" actId="20577"/>
          <ac:spMkLst>
            <pc:docMk/>
            <pc:sldMk cId="1670305707" sldId="259"/>
            <ac:spMk id="3" creationId="{30F49D9F-0F35-42F9-971E-65D0702A70C6}"/>
          </ac:spMkLst>
        </pc:spChg>
      </pc:sldChg>
      <pc:sldChg chg="modSp mod">
        <pc:chgData name="周 耀阳" userId="6260573ca82bfa6b" providerId="LiveId" clId="{191A8708-86CB-4501-83C8-A9A9444486EA}" dt="2021-05-12T05:54:18.482" v="118" actId="20577"/>
        <pc:sldMkLst>
          <pc:docMk/>
          <pc:sldMk cId="2323263438" sldId="261"/>
        </pc:sldMkLst>
        <pc:spChg chg="mod">
          <ac:chgData name="周 耀阳" userId="6260573ca82bfa6b" providerId="LiveId" clId="{191A8708-86CB-4501-83C8-A9A9444486EA}" dt="2021-05-12T05:54:18.482" v="118" actId="20577"/>
          <ac:spMkLst>
            <pc:docMk/>
            <pc:sldMk cId="2323263438" sldId="261"/>
            <ac:spMk id="3" creationId="{FB9FAB33-7E73-41FA-AF6F-D302F4103BD7}"/>
          </ac:spMkLst>
        </pc:spChg>
      </pc:sldChg>
      <pc:sldChg chg="modSp mod">
        <pc:chgData name="周 耀阳" userId="6260573ca82bfa6b" providerId="LiveId" clId="{191A8708-86CB-4501-83C8-A9A9444486EA}" dt="2021-05-12T05:52:48.587" v="28" actId="20577"/>
        <pc:sldMkLst>
          <pc:docMk/>
          <pc:sldMk cId="1511808122" sldId="271"/>
        </pc:sldMkLst>
        <pc:spChg chg="mod">
          <ac:chgData name="周 耀阳" userId="6260573ca82bfa6b" providerId="LiveId" clId="{191A8708-86CB-4501-83C8-A9A9444486EA}" dt="2021-05-12T05:52:48.587" v="28" actId="20577"/>
          <ac:spMkLst>
            <pc:docMk/>
            <pc:sldMk cId="1511808122" sldId="271"/>
            <ac:spMk id="3" creationId="{DD5DD821-37B1-4A13-83E9-2CBFE5A8F884}"/>
          </ac:spMkLst>
        </pc:spChg>
      </pc:sldChg>
      <pc:sldChg chg="modSp mod">
        <pc:chgData name="周 耀阳" userId="6260573ca82bfa6b" providerId="LiveId" clId="{191A8708-86CB-4501-83C8-A9A9444486EA}" dt="2021-05-12T05:52:54.626" v="30" actId="20577"/>
        <pc:sldMkLst>
          <pc:docMk/>
          <pc:sldMk cId="1560433587" sldId="273"/>
        </pc:sldMkLst>
        <pc:spChg chg="mod">
          <ac:chgData name="周 耀阳" userId="6260573ca82bfa6b" providerId="LiveId" clId="{191A8708-86CB-4501-83C8-A9A9444486EA}" dt="2021-05-12T05:52:54.626" v="30" actId="20577"/>
          <ac:spMkLst>
            <pc:docMk/>
            <pc:sldMk cId="1560433587" sldId="273"/>
            <ac:spMk id="3" creationId="{DD5DD821-37B1-4A13-83E9-2CBFE5A8F884}"/>
          </ac:spMkLst>
        </pc:spChg>
      </pc:sldChg>
      <pc:sldChg chg="modSp mod">
        <pc:chgData name="周 耀阳" userId="6260573ca82bfa6b" providerId="LiveId" clId="{191A8708-86CB-4501-83C8-A9A9444486EA}" dt="2021-05-12T05:55:42.053" v="151" actId="20577"/>
        <pc:sldMkLst>
          <pc:docMk/>
          <pc:sldMk cId="3441532680" sldId="274"/>
        </pc:sldMkLst>
        <pc:spChg chg="mod">
          <ac:chgData name="周 耀阳" userId="6260573ca82bfa6b" providerId="LiveId" clId="{191A8708-86CB-4501-83C8-A9A9444486EA}" dt="2021-05-12T05:55:42.053" v="151" actId="20577"/>
          <ac:spMkLst>
            <pc:docMk/>
            <pc:sldMk cId="3441532680" sldId="274"/>
            <ac:spMk id="2" creationId="{D9462E1A-3F3D-460D-89AC-DB2A7DA1D6C0}"/>
          </ac:spMkLst>
        </pc:spChg>
      </pc:sldChg>
      <pc:sldChg chg="modSp mod">
        <pc:chgData name="周 耀阳" userId="6260573ca82bfa6b" providerId="LiveId" clId="{191A8708-86CB-4501-83C8-A9A9444486EA}" dt="2021-05-12T05:55:53.053" v="157" actId="20577"/>
        <pc:sldMkLst>
          <pc:docMk/>
          <pc:sldMk cId="1776041458" sldId="275"/>
        </pc:sldMkLst>
        <pc:spChg chg="mod">
          <ac:chgData name="周 耀阳" userId="6260573ca82bfa6b" providerId="LiveId" clId="{191A8708-86CB-4501-83C8-A9A9444486EA}" dt="2021-05-12T05:55:53.053" v="157" actId="20577"/>
          <ac:spMkLst>
            <pc:docMk/>
            <pc:sldMk cId="1776041458" sldId="275"/>
            <ac:spMk id="2" creationId="{14353319-FD60-4B1E-865E-0DE502E69541}"/>
          </ac:spMkLst>
        </pc:spChg>
      </pc:sldChg>
      <pc:sldChg chg="modSp mod">
        <pc:chgData name="周 耀阳" userId="6260573ca82bfa6b" providerId="LiveId" clId="{191A8708-86CB-4501-83C8-A9A9444486EA}" dt="2021-05-12T05:56:10.988" v="181" actId="20577"/>
        <pc:sldMkLst>
          <pc:docMk/>
          <pc:sldMk cId="4121174608" sldId="276"/>
        </pc:sldMkLst>
        <pc:spChg chg="mod">
          <ac:chgData name="周 耀阳" userId="6260573ca82bfa6b" providerId="LiveId" clId="{191A8708-86CB-4501-83C8-A9A9444486EA}" dt="2021-05-12T05:56:10.988" v="181" actId="20577"/>
          <ac:spMkLst>
            <pc:docMk/>
            <pc:sldMk cId="4121174608" sldId="276"/>
            <ac:spMk id="2" creationId="{7F311FC4-22F2-4FBB-AB0F-132EB1190CAB}"/>
          </ac:spMkLst>
        </pc:spChg>
      </pc:sldChg>
      <pc:sldChg chg="modSp mod">
        <pc:chgData name="周 耀阳" userId="6260573ca82bfa6b" providerId="LiveId" clId="{191A8708-86CB-4501-83C8-A9A9444486EA}" dt="2021-05-12T05:52:43.154" v="18" actId="20577"/>
        <pc:sldMkLst>
          <pc:docMk/>
          <pc:sldMk cId="2857920854" sldId="284"/>
        </pc:sldMkLst>
        <pc:spChg chg="mod">
          <ac:chgData name="周 耀阳" userId="6260573ca82bfa6b" providerId="LiveId" clId="{191A8708-86CB-4501-83C8-A9A9444486EA}" dt="2021-05-12T05:52:43.154" v="18" actId="20577"/>
          <ac:spMkLst>
            <pc:docMk/>
            <pc:sldMk cId="2857920854" sldId="284"/>
            <ac:spMk id="3" creationId="{DD5DD821-37B1-4A13-83E9-2CBFE5A8F884}"/>
          </ac:spMkLst>
        </pc:spChg>
      </pc:sldChg>
      <pc:sldChg chg="modSp mod">
        <pc:chgData name="周 耀阳" userId="6260573ca82bfa6b" providerId="LiveId" clId="{191A8708-86CB-4501-83C8-A9A9444486EA}" dt="2021-05-12T05:56:48.474" v="198" actId="20577"/>
        <pc:sldMkLst>
          <pc:docMk/>
          <pc:sldMk cId="3246256761" sldId="288"/>
        </pc:sldMkLst>
        <pc:spChg chg="mod">
          <ac:chgData name="周 耀阳" userId="6260573ca82bfa6b" providerId="LiveId" clId="{191A8708-86CB-4501-83C8-A9A9444486EA}" dt="2021-05-12T05:56:48.474" v="198" actId="20577"/>
          <ac:spMkLst>
            <pc:docMk/>
            <pc:sldMk cId="3246256761" sldId="288"/>
            <ac:spMk id="2" creationId="{536FB8AB-C29D-4E71-B398-B4D2FA11FB3F}"/>
          </ac:spMkLst>
        </pc:spChg>
      </pc:sldChg>
      <pc:sldChg chg="ord">
        <pc:chgData name="周 耀阳" userId="6260573ca82bfa6b" providerId="LiveId" clId="{191A8708-86CB-4501-83C8-A9A9444486EA}" dt="2021-05-12T05:54:54.007" v="120"/>
        <pc:sldMkLst>
          <pc:docMk/>
          <pc:sldMk cId="2543502177" sldId="290"/>
        </pc:sldMkLst>
      </pc:sldChg>
    </pc:docChg>
  </pc:docChgLst>
  <pc:docChgLst>
    <pc:chgData name="周 耀阳" userId="6260573ca82bfa6b" providerId="LiveId" clId="{A596F79D-D0E5-4A37-811C-5DE5203AED07}"/>
    <pc:docChg chg="undo redo custSel addSld delSld modSld sldOrd modMainMaster">
      <pc:chgData name="周 耀阳" userId="6260573ca82bfa6b" providerId="LiveId" clId="{A596F79D-D0E5-4A37-811C-5DE5203AED07}" dt="2022-09-19T03:38:11.352" v="7417" actId="1076"/>
      <pc:docMkLst>
        <pc:docMk/>
      </pc:docMkLst>
      <pc:sldChg chg="add">
        <pc:chgData name="周 耀阳" userId="6260573ca82bfa6b" providerId="LiveId" clId="{A596F79D-D0E5-4A37-811C-5DE5203AED07}" dt="2022-09-19T02:27:23.798" v="4777"/>
        <pc:sldMkLst>
          <pc:docMk/>
          <pc:sldMk cId="0" sldId="257"/>
        </pc:sldMkLst>
      </pc:sldChg>
      <pc:sldChg chg="add">
        <pc:chgData name="周 耀阳" userId="6260573ca82bfa6b" providerId="LiveId" clId="{A596F79D-D0E5-4A37-811C-5DE5203AED07}" dt="2022-09-05T02:27:29.137" v="4160"/>
        <pc:sldMkLst>
          <pc:docMk/>
          <pc:sldMk cId="0" sldId="258"/>
        </pc:sldMkLst>
      </pc:sldChg>
      <pc:sldChg chg="add">
        <pc:chgData name="周 耀阳" userId="6260573ca82bfa6b" providerId="LiveId" clId="{A596F79D-D0E5-4A37-811C-5DE5203AED07}" dt="2022-09-19T02:27:23.798" v="4777"/>
        <pc:sldMkLst>
          <pc:docMk/>
          <pc:sldMk cId="0" sldId="259"/>
        </pc:sldMkLst>
      </pc:sldChg>
      <pc:sldChg chg="add">
        <pc:chgData name="周 耀阳" userId="6260573ca82bfa6b" providerId="LiveId" clId="{A596F79D-D0E5-4A37-811C-5DE5203AED07}" dt="2022-09-19T02:27:23.798" v="4777"/>
        <pc:sldMkLst>
          <pc:docMk/>
          <pc:sldMk cId="0" sldId="260"/>
        </pc:sldMkLst>
      </pc:sldChg>
      <pc:sldChg chg="add">
        <pc:chgData name="周 耀阳" userId="6260573ca82bfa6b" providerId="LiveId" clId="{A596F79D-D0E5-4A37-811C-5DE5203AED07}" dt="2022-09-19T02:27:23.798" v="4777"/>
        <pc:sldMkLst>
          <pc:docMk/>
          <pc:sldMk cId="0" sldId="261"/>
        </pc:sldMkLst>
      </pc:sldChg>
      <pc:sldChg chg="add">
        <pc:chgData name="周 耀阳" userId="6260573ca82bfa6b" providerId="LiveId" clId="{A596F79D-D0E5-4A37-811C-5DE5203AED07}" dt="2022-09-19T02:27:23.798" v="4777"/>
        <pc:sldMkLst>
          <pc:docMk/>
          <pc:sldMk cId="0" sldId="262"/>
        </pc:sldMkLst>
      </pc:sldChg>
      <pc:sldChg chg="modSp add mod">
        <pc:chgData name="周 耀阳" userId="6260573ca82bfa6b" providerId="LiveId" clId="{A596F79D-D0E5-4A37-811C-5DE5203AED07}" dt="2022-09-19T03:38:11.352" v="7417" actId="1076"/>
        <pc:sldMkLst>
          <pc:docMk/>
          <pc:sldMk cId="0" sldId="263"/>
        </pc:sldMkLst>
        <pc:graphicFrameChg chg="mod">
          <ac:chgData name="周 耀阳" userId="6260573ca82bfa6b" providerId="LiveId" clId="{A596F79D-D0E5-4A37-811C-5DE5203AED07}" dt="2022-09-19T03:38:11.352" v="7417" actId="1076"/>
          <ac:graphicFrameMkLst>
            <pc:docMk/>
            <pc:sldMk cId="0" sldId="263"/>
            <ac:graphicFrameMk id="6" creationId="{00000000-0000-0000-0000-000000000000}"/>
          </ac:graphicFrameMkLst>
        </pc:graphicFrameChg>
      </pc:sldChg>
      <pc:sldChg chg="add">
        <pc:chgData name="周 耀阳" userId="6260573ca82bfa6b" providerId="LiveId" clId="{A596F79D-D0E5-4A37-811C-5DE5203AED07}" dt="2022-09-19T02:27:23.798" v="4777"/>
        <pc:sldMkLst>
          <pc:docMk/>
          <pc:sldMk cId="0" sldId="264"/>
        </pc:sldMkLst>
      </pc:sldChg>
      <pc:sldChg chg="add">
        <pc:chgData name="周 耀阳" userId="6260573ca82bfa6b" providerId="LiveId" clId="{A596F79D-D0E5-4A37-811C-5DE5203AED07}" dt="2022-09-19T02:27:23.798" v="4777"/>
        <pc:sldMkLst>
          <pc:docMk/>
          <pc:sldMk cId="0" sldId="267"/>
        </pc:sldMkLst>
      </pc:sldChg>
      <pc:sldChg chg="modSp">
        <pc:chgData name="周 耀阳" userId="6260573ca82bfa6b" providerId="LiveId" clId="{A596F79D-D0E5-4A37-811C-5DE5203AED07}" dt="2022-09-19T02:22:50.680" v="4707"/>
        <pc:sldMkLst>
          <pc:docMk/>
          <pc:sldMk cId="2191809080" sldId="289"/>
        </pc:sldMkLst>
        <pc:spChg chg="mod">
          <ac:chgData name="周 耀阳" userId="6260573ca82bfa6b" providerId="LiveId" clId="{A596F79D-D0E5-4A37-811C-5DE5203AED07}" dt="2022-09-19T02:22:50.680" v="4707"/>
          <ac:spMkLst>
            <pc:docMk/>
            <pc:sldMk cId="2191809080" sldId="289"/>
            <ac:spMk id="2" creationId="{E70361C9-51F9-4B8E-72EE-5620C55F9221}"/>
          </ac:spMkLst>
        </pc:spChg>
        <pc:spChg chg="mod">
          <ac:chgData name="周 耀阳" userId="6260573ca82bfa6b" providerId="LiveId" clId="{A596F79D-D0E5-4A37-811C-5DE5203AED07}" dt="2022-09-19T02:22:50.680" v="4707"/>
          <ac:spMkLst>
            <pc:docMk/>
            <pc:sldMk cId="2191809080" sldId="289"/>
            <ac:spMk id="3" creationId="{C2F5B27A-CD37-18CE-7E22-994BBD3F4766}"/>
          </ac:spMkLst>
        </pc:spChg>
        <pc:spChg chg="mod">
          <ac:chgData name="周 耀阳" userId="6260573ca82bfa6b" providerId="LiveId" clId="{A596F79D-D0E5-4A37-811C-5DE5203AED07}" dt="2022-09-19T02:22:50.680" v="4707"/>
          <ac:spMkLst>
            <pc:docMk/>
            <pc:sldMk cId="2191809080" sldId="289"/>
            <ac:spMk id="4" creationId="{0D1D7AAF-6269-69FB-57C4-406598B7125B}"/>
          </ac:spMkLst>
        </pc:spChg>
        <pc:spChg chg="mod">
          <ac:chgData name="周 耀阳" userId="6260573ca82bfa6b" providerId="LiveId" clId="{A596F79D-D0E5-4A37-811C-5DE5203AED07}" dt="2022-09-19T02:22:50.680" v="4707"/>
          <ac:spMkLst>
            <pc:docMk/>
            <pc:sldMk cId="2191809080" sldId="289"/>
            <ac:spMk id="5" creationId="{2323E3C2-F7B6-05C9-E4E4-82544BF772EE}"/>
          </ac:spMkLst>
        </pc:spChg>
        <pc:spChg chg="mod">
          <ac:chgData name="周 耀阳" userId="6260573ca82bfa6b" providerId="LiveId" clId="{A596F79D-D0E5-4A37-811C-5DE5203AED07}" dt="2022-09-19T02:22:50.680" v="4707"/>
          <ac:spMkLst>
            <pc:docMk/>
            <pc:sldMk cId="2191809080" sldId="289"/>
            <ac:spMk id="6" creationId="{6823519E-3DD3-F050-732A-5C17424F73AF}"/>
          </ac:spMkLst>
        </pc:spChg>
      </pc:sldChg>
      <pc:sldChg chg="modSp">
        <pc:chgData name="周 耀阳" userId="6260573ca82bfa6b" providerId="LiveId" clId="{A596F79D-D0E5-4A37-811C-5DE5203AED07}" dt="2022-09-19T02:22:50.680" v="4707"/>
        <pc:sldMkLst>
          <pc:docMk/>
          <pc:sldMk cId="146495572" sldId="290"/>
        </pc:sldMkLst>
        <pc:spChg chg="mod">
          <ac:chgData name="周 耀阳" userId="6260573ca82bfa6b" providerId="LiveId" clId="{A596F79D-D0E5-4A37-811C-5DE5203AED07}" dt="2022-09-19T02:22:50.680" v="4707"/>
          <ac:spMkLst>
            <pc:docMk/>
            <pc:sldMk cId="146495572" sldId="290"/>
            <ac:spMk id="2" creationId="{A3F56079-44C2-738F-9C9F-E32EAC239F06}"/>
          </ac:spMkLst>
        </pc:spChg>
        <pc:spChg chg="mod">
          <ac:chgData name="周 耀阳" userId="6260573ca82bfa6b" providerId="LiveId" clId="{A596F79D-D0E5-4A37-811C-5DE5203AED07}" dt="2022-09-19T02:22:50.680" v="4707"/>
          <ac:spMkLst>
            <pc:docMk/>
            <pc:sldMk cId="146495572" sldId="290"/>
            <ac:spMk id="3" creationId="{DA460DF8-581A-15E0-71A3-D70D58D5E96B}"/>
          </ac:spMkLst>
        </pc:spChg>
        <pc:spChg chg="mod">
          <ac:chgData name="周 耀阳" userId="6260573ca82bfa6b" providerId="LiveId" clId="{A596F79D-D0E5-4A37-811C-5DE5203AED07}" dt="2022-09-19T02:22:50.680" v="4707"/>
          <ac:spMkLst>
            <pc:docMk/>
            <pc:sldMk cId="146495572" sldId="290"/>
            <ac:spMk id="4" creationId="{94DE6714-409C-6F1B-D950-A90DE733B05B}"/>
          </ac:spMkLst>
        </pc:spChg>
        <pc:spChg chg="mod">
          <ac:chgData name="周 耀阳" userId="6260573ca82bfa6b" providerId="LiveId" clId="{A596F79D-D0E5-4A37-811C-5DE5203AED07}" dt="2022-09-19T02:22:50.680" v="4707"/>
          <ac:spMkLst>
            <pc:docMk/>
            <pc:sldMk cId="146495572" sldId="290"/>
            <ac:spMk id="5" creationId="{4C76B347-9412-5B19-9B02-2B8AB571E60A}"/>
          </ac:spMkLst>
        </pc:spChg>
        <pc:spChg chg="mod">
          <ac:chgData name="周 耀阳" userId="6260573ca82bfa6b" providerId="LiveId" clId="{A596F79D-D0E5-4A37-811C-5DE5203AED07}" dt="2022-09-19T02:22:50.680" v="4707"/>
          <ac:spMkLst>
            <pc:docMk/>
            <pc:sldMk cId="146495572" sldId="290"/>
            <ac:spMk id="6" creationId="{D485C592-322C-89D2-3BF7-07F9E08D2D61}"/>
          </ac:spMkLst>
        </pc:spChg>
      </pc:sldChg>
      <pc:sldChg chg="modSp">
        <pc:chgData name="周 耀阳" userId="6260573ca82bfa6b" providerId="LiveId" clId="{A596F79D-D0E5-4A37-811C-5DE5203AED07}" dt="2022-09-19T02:22:50.680" v="4707"/>
        <pc:sldMkLst>
          <pc:docMk/>
          <pc:sldMk cId="2440338220" sldId="291"/>
        </pc:sldMkLst>
        <pc:spChg chg="mod">
          <ac:chgData name="周 耀阳" userId="6260573ca82bfa6b" providerId="LiveId" clId="{A596F79D-D0E5-4A37-811C-5DE5203AED07}" dt="2022-09-19T02:22:50.680" v="4707"/>
          <ac:spMkLst>
            <pc:docMk/>
            <pc:sldMk cId="2440338220" sldId="291"/>
            <ac:spMk id="2" creationId="{A3F56079-44C2-738F-9C9F-E32EAC239F06}"/>
          </ac:spMkLst>
        </pc:spChg>
        <pc:spChg chg="mod">
          <ac:chgData name="周 耀阳" userId="6260573ca82bfa6b" providerId="LiveId" clId="{A596F79D-D0E5-4A37-811C-5DE5203AED07}" dt="2022-09-19T02:22:50.680" v="4707"/>
          <ac:spMkLst>
            <pc:docMk/>
            <pc:sldMk cId="2440338220" sldId="291"/>
            <ac:spMk id="3" creationId="{DA460DF8-581A-15E0-71A3-D70D58D5E96B}"/>
          </ac:spMkLst>
        </pc:spChg>
        <pc:spChg chg="mod">
          <ac:chgData name="周 耀阳" userId="6260573ca82bfa6b" providerId="LiveId" clId="{A596F79D-D0E5-4A37-811C-5DE5203AED07}" dt="2022-09-19T02:22:50.680" v="4707"/>
          <ac:spMkLst>
            <pc:docMk/>
            <pc:sldMk cId="2440338220" sldId="291"/>
            <ac:spMk id="4" creationId="{94DE6714-409C-6F1B-D950-A90DE733B05B}"/>
          </ac:spMkLst>
        </pc:spChg>
        <pc:spChg chg="mod">
          <ac:chgData name="周 耀阳" userId="6260573ca82bfa6b" providerId="LiveId" clId="{A596F79D-D0E5-4A37-811C-5DE5203AED07}" dt="2022-09-19T02:22:50.680" v="4707"/>
          <ac:spMkLst>
            <pc:docMk/>
            <pc:sldMk cId="2440338220" sldId="291"/>
            <ac:spMk id="5" creationId="{4C76B347-9412-5B19-9B02-2B8AB571E60A}"/>
          </ac:spMkLst>
        </pc:spChg>
        <pc:spChg chg="mod">
          <ac:chgData name="周 耀阳" userId="6260573ca82bfa6b" providerId="LiveId" clId="{A596F79D-D0E5-4A37-811C-5DE5203AED07}" dt="2022-09-19T02:22:50.680" v="4707"/>
          <ac:spMkLst>
            <pc:docMk/>
            <pc:sldMk cId="2440338220" sldId="291"/>
            <ac:spMk id="6" creationId="{D485C592-322C-89D2-3BF7-07F9E08D2D61}"/>
          </ac:spMkLst>
        </pc:spChg>
      </pc:sldChg>
      <pc:sldChg chg="modSp">
        <pc:chgData name="周 耀阳" userId="6260573ca82bfa6b" providerId="LiveId" clId="{A596F79D-D0E5-4A37-811C-5DE5203AED07}" dt="2022-09-19T02:22:50.680" v="4707"/>
        <pc:sldMkLst>
          <pc:docMk/>
          <pc:sldMk cId="2459436166" sldId="292"/>
        </pc:sldMkLst>
        <pc:spChg chg="mod">
          <ac:chgData name="周 耀阳" userId="6260573ca82bfa6b" providerId="LiveId" clId="{A596F79D-D0E5-4A37-811C-5DE5203AED07}" dt="2022-09-19T02:22:50.680" v="4707"/>
          <ac:spMkLst>
            <pc:docMk/>
            <pc:sldMk cId="2459436166" sldId="292"/>
            <ac:spMk id="2" creationId="{435526AC-813E-9548-0E74-07486E5B015E}"/>
          </ac:spMkLst>
        </pc:spChg>
        <pc:spChg chg="mod">
          <ac:chgData name="周 耀阳" userId="6260573ca82bfa6b" providerId="LiveId" clId="{A596F79D-D0E5-4A37-811C-5DE5203AED07}" dt="2022-09-19T02:22:50.680" v="4707"/>
          <ac:spMkLst>
            <pc:docMk/>
            <pc:sldMk cId="2459436166" sldId="292"/>
            <ac:spMk id="3" creationId="{191A59CF-E8E0-4F5C-E8B9-20E9AC01CD95}"/>
          </ac:spMkLst>
        </pc:spChg>
        <pc:spChg chg="mod">
          <ac:chgData name="周 耀阳" userId="6260573ca82bfa6b" providerId="LiveId" clId="{A596F79D-D0E5-4A37-811C-5DE5203AED07}" dt="2022-09-19T02:22:50.680" v="4707"/>
          <ac:spMkLst>
            <pc:docMk/>
            <pc:sldMk cId="2459436166" sldId="292"/>
            <ac:spMk id="4" creationId="{C5A8BFB3-9A79-F324-773E-FC3F43B4CAFA}"/>
          </ac:spMkLst>
        </pc:spChg>
        <pc:spChg chg="mod">
          <ac:chgData name="周 耀阳" userId="6260573ca82bfa6b" providerId="LiveId" clId="{A596F79D-D0E5-4A37-811C-5DE5203AED07}" dt="2022-09-19T02:22:50.680" v="4707"/>
          <ac:spMkLst>
            <pc:docMk/>
            <pc:sldMk cId="2459436166" sldId="292"/>
            <ac:spMk id="5" creationId="{C1BAE976-8620-175E-E516-FA411343D058}"/>
          </ac:spMkLst>
        </pc:spChg>
        <pc:spChg chg="mod">
          <ac:chgData name="周 耀阳" userId="6260573ca82bfa6b" providerId="LiveId" clId="{A596F79D-D0E5-4A37-811C-5DE5203AED07}" dt="2022-09-19T02:22:50.680" v="4707"/>
          <ac:spMkLst>
            <pc:docMk/>
            <pc:sldMk cId="2459436166" sldId="292"/>
            <ac:spMk id="6" creationId="{584BEF69-1674-FE2A-0F21-5C32B3AA7070}"/>
          </ac:spMkLst>
        </pc:spChg>
      </pc:sldChg>
      <pc:sldChg chg="modSp">
        <pc:chgData name="周 耀阳" userId="6260573ca82bfa6b" providerId="LiveId" clId="{A596F79D-D0E5-4A37-811C-5DE5203AED07}" dt="2022-09-19T02:22:50.680" v="4707"/>
        <pc:sldMkLst>
          <pc:docMk/>
          <pc:sldMk cId="2080885016" sldId="293"/>
        </pc:sldMkLst>
        <pc:spChg chg="mod">
          <ac:chgData name="周 耀阳" userId="6260573ca82bfa6b" providerId="LiveId" clId="{A596F79D-D0E5-4A37-811C-5DE5203AED07}" dt="2022-09-19T02:22:50.680" v="4707"/>
          <ac:spMkLst>
            <pc:docMk/>
            <pc:sldMk cId="2080885016" sldId="293"/>
            <ac:spMk id="2" creationId="{FC3A5E0B-57A3-D30E-8166-562E1B607C91}"/>
          </ac:spMkLst>
        </pc:spChg>
        <pc:spChg chg="mod">
          <ac:chgData name="周 耀阳" userId="6260573ca82bfa6b" providerId="LiveId" clId="{A596F79D-D0E5-4A37-811C-5DE5203AED07}" dt="2022-09-19T02:22:50.680" v="4707"/>
          <ac:spMkLst>
            <pc:docMk/>
            <pc:sldMk cId="2080885016" sldId="293"/>
            <ac:spMk id="3" creationId="{34D33443-822B-6236-D2D4-FA4694821BD9}"/>
          </ac:spMkLst>
        </pc:spChg>
        <pc:spChg chg="mod">
          <ac:chgData name="周 耀阳" userId="6260573ca82bfa6b" providerId="LiveId" clId="{A596F79D-D0E5-4A37-811C-5DE5203AED07}" dt="2022-09-19T02:22:50.680" v="4707"/>
          <ac:spMkLst>
            <pc:docMk/>
            <pc:sldMk cId="2080885016" sldId="293"/>
            <ac:spMk id="4" creationId="{5E4ED8E7-3F3D-A7C6-F9E9-9C36F07D1D7C}"/>
          </ac:spMkLst>
        </pc:spChg>
        <pc:spChg chg="mod">
          <ac:chgData name="周 耀阳" userId="6260573ca82bfa6b" providerId="LiveId" clId="{A596F79D-D0E5-4A37-811C-5DE5203AED07}" dt="2022-09-19T02:22:50.680" v="4707"/>
          <ac:spMkLst>
            <pc:docMk/>
            <pc:sldMk cId="2080885016" sldId="293"/>
            <ac:spMk id="5" creationId="{233DC8FE-B379-CE52-0678-E4FB4AB773D3}"/>
          </ac:spMkLst>
        </pc:spChg>
        <pc:spChg chg="mod">
          <ac:chgData name="周 耀阳" userId="6260573ca82bfa6b" providerId="LiveId" clId="{A596F79D-D0E5-4A37-811C-5DE5203AED07}" dt="2022-09-19T02:22:50.680" v="4707"/>
          <ac:spMkLst>
            <pc:docMk/>
            <pc:sldMk cId="2080885016" sldId="293"/>
            <ac:spMk id="6" creationId="{74B36D46-06CB-693A-855E-CB1DD15B8B1D}"/>
          </ac:spMkLst>
        </pc:spChg>
      </pc:sldChg>
      <pc:sldChg chg="modSp">
        <pc:chgData name="周 耀阳" userId="6260573ca82bfa6b" providerId="LiveId" clId="{A596F79D-D0E5-4A37-811C-5DE5203AED07}" dt="2022-09-19T02:22:50.680" v="4707"/>
        <pc:sldMkLst>
          <pc:docMk/>
          <pc:sldMk cId="1416694521" sldId="294"/>
        </pc:sldMkLst>
        <pc:spChg chg="mod">
          <ac:chgData name="周 耀阳" userId="6260573ca82bfa6b" providerId="LiveId" clId="{A596F79D-D0E5-4A37-811C-5DE5203AED07}" dt="2022-09-19T02:22:50.680" v="4707"/>
          <ac:spMkLst>
            <pc:docMk/>
            <pc:sldMk cId="1416694521" sldId="294"/>
            <ac:spMk id="2" creationId="{1FEB2D10-4164-92A3-2BA2-4C92306D21B1}"/>
          </ac:spMkLst>
        </pc:spChg>
        <pc:spChg chg="mod">
          <ac:chgData name="周 耀阳" userId="6260573ca82bfa6b" providerId="LiveId" clId="{A596F79D-D0E5-4A37-811C-5DE5203AED07}" dt="2022-09-19T02:22:50.680" v="4707"/>
          <ac:spMkLst>
            <pc:docMk/>
            <pc:sldMk cId="1416694521" sldId="294"/>
            <ac:spMk id="3" creationId="{4A049F5D-C88E-F28D-DEAB-40F81FCB31EB}"/>
          </ac:spMkLst>
        </pc:spChg>
        <pc:spChg chg="mod">
          <ac:chgData name="周 耀阳" userId="6260573ca82bfa6b" providerId="LiveId" clId="{A596F79D-D0E5-4A37-811C-5DE5203AED07}" dt="2022-09-19T02:22:50.680" v="4707"/>
          <ac:spMkLst>
            <pc:docMk/>
            <pc:sldMk cId="1416694521" sldId="294"/>
            <ac:spMk id="4" creationId="{38CFAC50-7F31-FAE4-39A7-78E678D1AC3A}"/>
          </ac:spMkLst>
        </pc:spChg>
        <pc:spChg chg="mod">
          <ac:chgData name="周 耀阳" userId="6260573ca82bfa6b" providerId="LiveId" clId="{A596F79D-D0E5-4A37-811C-5DE5203AED07}" dt="2022-09-19T02:22:50.680" v="4707"/>
          <ac:spMkLst>
            <pc:docMk/>
            <pc:sldMk cId="1416694521" sldId="294"/>
            <ac:spMk id="5" creationId="{F0DCEB87-BE4C-1AA0-3F85-812A1983EBB9}"/>
          </ac:spMkLst>
        </pc:spChg>
        <pc:spChg chg="mod">
          <ac:chgData name="周 耀阳" userId="6260573ca82bfa6b" providerId="LiveId" clId="{A596F79D-D0E5-4A37-811C-5DE5203AED07}" dt="2022-09-19T02:22:50.680" v="4707"/>
          <ac:spMkLst>
            <pc:docMk/>
            <pc:sldMk cId="1416694521" sldId="294"/>
            <ac:spMk id="6" creationId="{4D903A34-CF9C-A3B5-E86E-471C3BFDE88F}"/>
          </ac:spMkLst>
        </pc:spChg>
      </pc:sldChg>
      <pc:sldChg chg="modSp">
        <pc:chgData name="周 耀阳" userId="6260573ca82bfa6b" providerId="LiveId" clId="{A596F79D-D0E5-4A37-811C-5DE5203AED07}" dt="2022-09-19T02:22:50.680" v="4707"/>
        <pc:sldMkLst>
          <pc:docMk/>
          <pc:sldMk cId="2550029936" sldId="295"/>
        </pc:sldMkLst>
        <pc:spChg chg="mod">
          <ac:chgData name="周 耀阳" userId="6260573ca82bfa6b" providerId="LiveId" clId="{A596F79D-D0E5-4A37-811C-5DE5203AED07}" dt="2022-09-19T02:22:50.680" v="4707"/>
          <ac:spMkLst>
            <pc:docMk/>
            <pc:sldMk cId="2550029936" sldId="295"/>
            <ac:spMk id="2" creationId="{FA2BEEDB-4526-519B-B397-14752AC0756A}"/>
          </ac:spMkLst>
        </pc:spChg>
        <pc:spChg chg="mod">
          <ac:chgData name="周 耀阳" userId="6260573ca82bfa6b" providerId="LiveId" clId="{A596F79D-D0E5-4A37-811C-5DE5203AED07}" dt="2022-09-19T02:22:50.680" v="4707"/>
          <ac:spMkLst>
            <pc:docMk/>
            <pc:sldMk cId="2550029936" sldId="295"/>
            <ac:spMk id="3" creationId="{FF728210-20E4-166C-4C13-B0003A3C3CA5}"/>
          </ac:spMkLst>
        </pc:spChg>
        <pc:spChg chg="mod">
          <ac:chgData name="周 耀阳" userId="6260573ca82bfa6b" providerId="LiveId" clId="{A596F79D-D0E5-4A37-811C-5DE5203AED07}" dt="2022-09-19T02:22:50.680" v="4707"/>
          <ac:spMkLst>
            <pc:docMk/>
            <pc:sldMk cId="2550029936" sldId="295"/>
            <ac:spMk id="4" creationId="{21C8B22A-638C-FE24-E8E7-C7CE1E2A7E8C}"/>
          </ac:spMkLst>
        </pc:spChg>
        <pc:spChg chg="mod">
          <ac:chgData name="周 耀阳" userId="6260573ca82bfa6b" providerId="LiveId" clId="{A596F79D-D0E5-4A37-811C-5DE5203AED07}" dt="2022-09-19T02:22:50.680" v="4707"/>
          <ac:spMkLst>
            <pc:docMk/>
            <pc:sldMk cId="2550029936" sldId="295"/>
            <ac:spMk id="5" creationId="{EF4460BF-A277-E73C-C8FD-E24A81964E0D}"/>
          </ac:spMkLst>
        </pc:spChg>
        <pc:spChg chg="mod">
          <ac:chgData name="周 耀阳" userId="6260573ca82bfa6b" providerId="LiveId" clId="{A596F79D-D0E5-4A37-811C-5DE5203AED07}" dt="2022-09-19T02:22:50.680" v="4707"/>
          <ac:spMkLst>
            <pc:docMk/>
            <pc:sldMk cId="2550029936" sldId="295"/>
            <ac:spMk id="6" creationId="{8F124413-E447-CDB3-AF0A-7D5C3FEE0BD4}"/>
          </ac:spMkLst>
        </pc:spChg>
      </pc:sldChg>
      <pc:sldChg chg="modSp">
        <pc:chgData name="周 耀阳" userId="6260573ca82bfa6b" providerId="LiveId" clId="{A596F79D-D0E5-4A37-811C-5DE5203AED07}" dt="2022-09-19T02:22:50.680" v="4707"/>
        <pc:sldMkLst>
          <pc:docMk/>
          <pc:sldMk cId="4156659525" sldId="296"/>
        </pc:sldMkLst>
        <pc:spChg chg="mod">
          <ac:chgData name="周 耀阳" userId="6260573ca82bfa6b" providerId="LiveId" clId="{A596F79D-D0E5-4A37-811C-5DE5203AED07}" dt="2022-09-19T02:22:50.680" v="4707"/>
          <ac:spMkLst>
            <pc:docMk/>
            <pc:sldMk cId="4156659525" sldId="296"/>
            <ac:spMk id="2" creationId="{FA2BEEDB-4526-519B-B397-14752AC0756A}"/>
          </ac:spMkLst>
        </pc:spChg>
        <pc:spChg chg="mod">
          <ac:chgData name="周 耀阳" userId="6260573ca82bfa6b" providerId="LiveId" clId="{A596F79D-D0E5-4A37-811C-5DE5203AED07}" dt="2022-09-19T02:22:50.680" v="4707"/>
          <ac:spMkLst>
            <pc:docMk/>
            <pc:sldMk cId="4156659525" sldId="296"/>
            <ac:spMk id="3" creationId="{FF728210-20E4-166C-4C13-B0003A3C3CA5}"/>
          </ac:spMkLst>
        </pc:spChg>
        <pc:spChg chg="mod">
          <ac:chgData name="周 耀阳" userId="6260573ca82bfa6b" providerId="LiveId" clId="{A596F79D-D0E5-4A37-811C-5DE5203AED07}" dt="2022-09-19T02:22:50.680" v="4707"/>
          <ac:spMkLst>
            <pc:docMk/>
            <pc:sldMk cId="4156659525" sldId="296"/>
            <ac:spMk id="4" creationId="{21C8B22A-638C-FE24-E8E7-C7CE1E2A7E8C}"/>
          </ac:spMkLst>
        </pc:spChg>
        <pc:spChg chg="mod">
          <ac:chgData name="周 耀阳" userId="6260573ca82bfa6b" providerId="LiveId" clId="{A596F79D-D0E5-4A37-811C-5DE5203AED07}" dt="2022-09-19T02:22:50.680" v="4707"/>
          <ac:spMkLst>
            <pc:docMk/>
            <pc:sldMk cId="4156659525" sldId="296"/>
            <ac:spMk id="5" creationId="{EF4460BF-A277-E73C-C8FD-E24A81964E0D}"/>
          </ac:spMkLst>
        </pc:spChg>
        <pc:spChg chg="mod">
          <ac:chgData name="周 耀阳" userId="6260573ca82bfa6b" providerId="LiveId" clId="{A596F79D-D0E5-4A37-811C-5DE5203AED07}" dt="2022-09-19T02:22:50.680" v="4707"/>
          <ac:spMkLst>
            <pc:docMk/>
            <pc:sldMk cId="4156659525" sldId="296"/>
            <ac:spMk id="6" creationId="{8F124413-E447-CDB3-AF0A-7D5C3FEE0BD4}"/>
          </ac:spMkLst>
        </pc:spChg>
      </pc:sldChg>
      <pc:sldChg chg="modSp new mod">
        <pc:chgData name="周 耀阳" userId="6260573ca82bfa6b" providerId="LiveId" clId="{A596F79D-D0E5-4A37-811C-5DE5203AED07}" dt="2022-09-19T02:23:30.556" v="4721" actId="27636"/>
        <pc:sldMkLst>
          <pc:docMk/>
          <pc:sldMk cId="40500576" sldId="297"/>
        </pc:sldMkLst>
        <pc:spChg chg="mod">
          <ac:chgData name="周 耀阳" userId="6260573ca82bfa6b" providerId="LiveId" clId="{A596F79D-D0E5-4A37-811C-5DE5203AED07}" dt="2022-09-19T02:23:30.556" v="4721" actId="27636"/>
          <ac:spMkLst>
            <pc:docMk/>
            <pc:sldMk cId="40500576" sldId="297"/>
            <ac:spMk id="2" creationId="{03DEB300-B23F-5E1E-E6D8-A4B513755D70}"/>
          </ac:spMkLst>
        </pc:spChg>
        <pc:spChg chg="mod">
          <ac:chgData name="周 耀阳" userId="6260573ca82bfa6b" providerId="LiveId" clId="{A596F79D-D0E5-4A37-811C-5DE5203AED07}" dt="2022-09-19T02:22:50.680" v="4707"/>
          <ac:spMkLst>
            <pc:docMk/>
            <pc:sldMk cId="40500576" sldId="297"/>
            <ac:spMk id="3" creationId="{A4714941-ACBB-72A5-480D-CFB80E42DEB1}"/>
          </ac:spMkLst>
        </pc:spChg>
        <pc:spChg chg="mod">
          <ac:chgData name="周 耀阳" userId="6260573ca82bfa6b" providerId="LiveId" clId="{A596F79D-D0E5-4A37-811C-5DE5203AED07}" dt="2022-09-19T02:22:50.680" v="4707"/>
          <ac:spMkLst>
            <pc:docMk/>
            <pc:sldMk cId="40500576" sldId="297"/>
            <ac:spMk id="4" creationId="{B0494294-AB91-254D-455B-597DCC24B24E}"/>
          </ac:spMkLst>
        </pc:spChg>
        <pc:spChg chg="mod">
          <ac:chgData name="周 耀阳" userId="6260573ca82bfa6b" providerId="LiveId" clId="{A596F79D-D0E5-4A37-811C-5DE5203AED07}" dt="2022-09-19T02:22:50.680" v="4707"/>
          <ac:spMkLst>
            <pc:docMk/>
            <pc:sldMk cId="40500576" sldId="297"/>
            <ac:spMk id="5" creationId="{ECCC9023-CCB5-8C7C-0FA6-80750A1E0923}"/>
          </ac:spMkLst>
        </pc:spChg>
        <pc:spChg chg="mod">
          <ac:chgData name="周 耀阳" userId="6260573ca82bfa6b" providerId="LiveId" clId="{A596F79D-D0E5-4A37-811C-5DE5203AED07}" dt="2022-09-19T02:22:50.680" v="4707"/>
          <ac:spMkLst>
            <pc:docMk/>
            <pc:sldMk cId="40500576" sldId="297"/>
            <ac:spMk id="6" creationId="{6EECABA7-B01B-C89B-B819-8DD11871E103}"/>
          </ac:spMkLst>
        </pc:spChg>
      </pc:sldChg>
      <pc:sldChg chg="modSp add mod">
        <pc:chgData name="周 耀阳" userId="6260573ca82bfa6b" providerId="LiveId" clId="{A596F79D-D0E5-4A37-811C-5DE5203AED07}" dt="2022-09-19T02:22:50.680" v="4707"/>
        <pc:sldMkLst>
          <pc:docMk/>
          <pc:sldMk cId="2112793862" sldId="298"/>
        </pc:sldMkLst>
        <pc:spChg chg="mod">
          <ac:chgData name="周 耀阳" userId="6260573ca82bfa6b" providerId="LiveId" clId="{A596F79D-D0E5-4A37-811C-5DE5203AED07}" dt="2022-09-19T02:22:50.680" v="4707"/>
          <ac:spMkLst>
            <pc:docMk/>
            <pc:sldMk cId="2112793862" sldId="298"/>
            <ac:spMk id="2" creationId="{03DEB300-B23F-5E1E-E6D8-A4B513755D70}"/>
          </ac:spMkLst>
        </pc:spChg>
        <pc:spChg chg="mod">
          <ac:chgData name="周 耀阳" userId="6260573ca82bfa6b" providerId="LiveId" clId="{A596F79D-D0E5-4A37-811C-5DE5203AED07}" dt="2022-09-19T02:22:50.680" v="4707"/>
          <ac:spMkLst>
            <pc:docMk/>
            <pc:sldMk cId="2112793862" sldId="298"/>
            <ac:spMk id="3" creationId="{A4714941-ACBB-72A5-480D-CFB80E42DEB1}"/>
          </ac:spMkLst>
        </pc:spChg>
        <pc:spChg chg="mod">
          <ac:chgData name="周 耀阳" userId="6260573ca82bfa6b" providerId="LiveId" clId="{A596F79D-D0E5-4A37-811C-5DE5203AED07}" dt="2022-09-19T02:22:50.680" v="4707"/>
          <ac:spMkLst>
            <pc:docMk/>
            <pc:sldMk cId="2112793862" sldId="298"/>
            <ac:spMk id="4" creationId="{B0494294-AB91-254D-455B-597DCC24B24E}"/>
          </ac:spMkLst>
        </pc:spChg>
        <pc:spChg chg="mod">
          <ac:chgData name="周 耀阳" userId="6260573ca82bfa6b" providerId="LiveId" clId="{A596F79D-D0E5-4A37-811C-5DE5203AED07}" dt="2022-09-19T02:22:50.680" v="4707"/>
          <ac:spMkLst>
            <pc:docMk/>
            <pc:sldMk cId="2112793862" sldId="298"/>
            <ac:spMk id="5" creationId="{ECCC9023-CCB5-8C7C-0FA6-80750A1E0923}"/>
          </ac:spMkLst>
        </pc:spChg>
        <pc:spChg chg="mod">
          <ac:chgData name="周 耀阳" userId="6260573ca82bfa6b" providerId="LiveId" clId="{A596F79D-D0E5-4A37-811C-5DE5203AED07}" dt="2022-09-19T02:22:50.680" v="4707"/>
          <ac:spMkLst>
            <pc:docMk/>
            <pc:sldMk cId="2112793862" sldId="298"/>
            <ac:spMk id="6" creationId="{6EECABA7-B01B-C89B-B819-8DD11871E103}"/>
          </ac:spMkLst>
        </pc:spChg>
      </pc:sldChg>
      <pc:sldChg chg="modSp add mod">
        <pc:chgData name="周 耀阳" userId="6260573ca82bfa6b" providerId="LiveId" clId="{A596F79D-D0E5-4A37-811C-5DE5203AED07}" dt="2022-09-19T02:22:50.680" v="4707"/>
        <pc:sldMkLst>
          <pc:docMk/>
          <pc:sldMk cId="998763148" sldId="299"/>
        </pc:sldMkLst>
        <pc:spChg chg="mod">
          <ac:chgData name="周 耀阳" userId="6260573ca82bfa6b" providerId="LiveId" clId="{A596F79D-D0E5-4A37-811C-5DE5203AED07}" dt="2022-09-19T02:22:50.680" v="4707"/>
          <ac:spMkLst>
            <pc:docMk/>
            <pc:sldMk cId="998763148" sldId="299"/>
            <ac:spMk id="2" creationId="{03DEB300-B23F-5E1E-E6D8-A4B513755D70}"/>
          </ac:spMkLst>
        </pc:spChg>
        <pc:spChg chg="mod">
          <ac:chgData name="周 耀阳" userId="6260573ca82bfa6b" providerId="LiveId" clId="{A596F79D-D0E5-4A37-811C-5DE5203AED07}" dt="2022-09-19T02:22:50.680" v="4707"/>
          <ac:spMkLst>
            <pc:docMk/>
            <pc:sldMk cId="998763148" sldId="299"/>
            <ac:spMk id="3" creationId="{A4714941-ACBB-72A5-480D-CFB80E42DEB1}"/>
          </ac:spMkLst>
        </pc:spChg>
        <pc:spChg chg="mod">
          <ac:chgData name="周 耀阳" userId="6260573ca82bfa6b" providerId="LiveId" clId="{A596F79D-D0E5-4A37-811C-5DE5203AED07}" dt="2022-09-19T02:22:50.680" v="4707"/>
          <ac:spMkLst>
            <pc:docMk/>
            <pc:sldMk cId="998763148" sldId="299"/>
            <ac:spMk id="4" creationId="{B0494294-AB91-254D-455B-597DCC24B24E}"/>
          </ac:spMkLst>
        </pc:spChg>
        <pc:spChg chg="mod">
          <ac:chgData name="周 耀阳" userId="6260573ca82bfa6b" providerId="LiveId" clId="{A596F79D-D0E5-4A37-811C-5DE5203AED07}" dt="2022-09-19T02:22:50.680" v="4707"/>
          <ac:spMkLst>
            <pc:docMk/>
            <pc:sldMk cId="998763148" sldId="299"/>
            <ac:spMk id="5" creationId="{ECCC9023-CCB5-8C7C-0FA6-80750A1E0923}"/>
          </ac:spMkLst>
        </pc:spChg>
        <pc:spChg chg="mod">
          <ac:chgData name="周 耀阳" userId="6260573ca82bfa6b" providerId="LiveId" clId="{A596F79D-D0E5-4A37-811C-5DE5203AED07}" dt="2022-09-19T02:22:50.680" v="4707"/>
          <ac:spMkLst>
            <pc:docMk/>
            <pc:sldMk cId="998763148" sldId="299"/>
            <ac:spMk id="6" creationId="{6EECABA7-B01B-C89B-B819-8DD11871E103}"/>
          </ac:spMkLst>
        </pc:spChg>
      </pc:sldChg>
      <pc:sldChg chg="addSp delSp modSp new mod">
        <pc:chgData name="周 耀阳" userId="6260573ca82bfa6b" providerId="LiveId" clId="{A596F79D-D0E5-4A37-811C-5DE5203AED07}" dt="2022-09-19T02:22:50.680" v="4707"/>
        <pc:sldMkLst>
          <pc:docMk/>
          <pc:sldMk cId="135185036" sldId="300"/>
        </pc:sldMkLst>
        <pc:spChg chg="del">
          <ac:chgData name="周 耀阳" userId="6260573ca82bfa6b" providerId="LiveId" clId="{A596F79D-D0E5-4A37-811C-5DE5203AED07}" dt="2022-08-01T02:30:59.031" v="1771"/>
          <ac:spMkLst>
            <pc:docMk/>
            <pc:sldMk cId="135185036" sldId="300"/>
            <ac:spMk id="2" creationId="{FC13D2A0-DD24-816D-4A25-936CE148D1C1}"/>
          </ac:spMkLst>
        </pc:spChg>
        <pc:spChg chg="mod">
          <ac:chgData name="周 耀阳" userId="6260573ca82bfa6b" providerId="LiveId" clId="{A596F79D-D0E5-4A37-811C-5DE5203AED07}" dt="2022-09-19T02:22:50.680" v="4707"/>
          <ac:spMkLst>
            <pc:docMk/>
            <pc:sldMk cId="135185036" sldId="300"/>
            <ac:spMk id="3" creationId="{B43D3011-8C3F-0862-4B2B-E99EE5E659D7}"/>
          </ac:spMkLst>
        </pc:spChg>
        <pc:spChg chg="mod">
          <ac:chgData name="周 耀阳" userId="6260573ca82bfa6b" providerId="LiveId" clId="{A596F79D-D0E5-4A37-811C-5DE5203AED07}" dt="2022-09-19T02:22:50.680" v="4707"/>
          <ac:spMkLst>
            <pc:docMk/>
            <pc:sldMk cId="135185036" sldId="300"/>
            <ac:spMk id="4" creationId="{35A0B9D7-A6AF-AE4D-AEBF-36A29DB5D571}"/>
          </ac:spMkLst>
        </pc:spChg>
        <pc:spChg chg="mod">
          <ac:chgData name="周 耀阳" userId="6260573ca82bfa6b" providerId="LiveId" clId="{A596F79D-D0E5-4A37-811C-5DE5203AED07}" dt="2022-09-19T02:22:50.680" v="4707"/>
          <ac:spMkLst>
            <pc:docMk/>
            <pc:sldMk cId="135185036" sldId="300"/>
            <ac:spMk id="5" creationId="{66954D6C-D571-C961-9F1A-5356D5FE18FA}"/>
          </ac:spMkLst>
        </pc:spChg>
        <pc:spChg chg="mod">
          <ac:chgData name="周 耀阳" userId="6260573ca82bfa6b" providerId="LiveId" clId="{A596F79D-D0E5-4A37-811C-5DE5203AED07}" dt="2022-09-19T02:22:50.680" v="4707"/>
          <ac:spMkLst>
            <pc:docMk/>
            <pc:sldMk cId="135185036" sldId="300"/>
            <ac:spMk id="6" creationId="{EF7357F0-264C-164A-E9C1-06FA810F2555}"/>
          </ac:spMkLst>
        </pc:spChg>
        <pc:picChg chg="add mod">
          <ac:chgData name="周 耀阳" userId="6260573ca82bfa6b" providerId="LiveId" clId="{A596F79D-D0E5-4A37-811C-5DE5203AED07}" dt="2022-08-01T02:37:17.742" v="1793" actId="1076"/>
          <ac:picMkLst>
            <pc:docMk/>
            <pc:sldMk cId="135185036" sldId="300"/>
            <ac:picMk id="8" creationId="{1A5EE39F-285A-7944-BC87-5420226D9289}"/>
          </ac:picMkLst>
        </pc:picChg>
      </pc:sldChg>
      <pc:sldChg chg="addSp delSp modSp new mod">
        <pc:chgData name="周 耀阳" userId="6260573ca82bfa6b" providerId="LiveId" clId="{A596F79D-D0E5-4A37-811C-5DE5203AED07}" dt="2022-09-19T02:22:50.680" v="4707"/>
        <pc:sldMkLst>
          <pc:docMk/>
          <pc:sldMk cId="3278256520" sldId="301"/>
        </pc:sldMkLst>
        <pc:spChg chg="del mod">
          <ac:chgData name="周 耀阳" userId="6260573ca82bfa6b" providerId="LiveId" clId="{A596F79D-D0E5-4A37-811C-5DE5203AED07}" dt="2022-08-15T02:28:44.059" v="1808" actId="3680"/>
          <ac:spMkLst>
            <pc:docMk/>
            <pc:sldMk cId="3278256520" sldId="301"/>
            <ac:spMk id="2" creationId="{609D7AC1-91DF-C930-B37B-B741085EAD2F}"/>
          </ac:spMkLst>
        </pc:spChg>
        <pc:spChg chg="mod">
          <ac:chgData name="周 耀阳" userId="6260573ca82bfa6b" providerId="LiveId" clId="{A596F79D-D0E5-4A37-811C-5DE5203AED07}" dt="2022-09-19T02:22:50.680" v="4707"/>
          <ac:spMkLst>
            <pc:docMk/>
            <pc:sldMk cId="3278256520" sldId="301"/>
            <ac:spMk id="3" creationId="{6CD93517-49AD-A8C5-990D-2D39DB73C658}"/>
          </ac:spMkLst>
        </pc:spChg>
        <pc:spChg chg="mod">
          <ac:chgData name="周 耀阳" userId="6260573ca82bfa6b" providerId="LiveId" clId="{A596F79D-D0E5-4A37-811C-5DE5203AED07}" dt="2022-09-19T02:22:50.680" v="4707"/>
          <ac:spMkLst>
            <pc:docMk/>
            <pc:sldMk cId="3278256520" sldId="301"/>
            <ac:spMk id="4" creationId="{5A37EB80-3654-DA08-BC69-EDA6AFDAE0AE}"/>
          </ac:spMkLst>
        </pc:spChg>
        <pc:spChg chg="mod">
          <ac:chgData name="周 耀阳" userId="6260573ca82bfa6b" providerId="LiveId" clId="{A596F79D-D0E5-4A37-811C-5DE5203AED07}" dt="2022-08-15T02:29:27.269" v="1849" actId="1076"/>
          <ac:spMkLst>
            <pc:docMk/>
            <pc:sldMk cId="3278256520" sldId="301"/>
            <ac:spMk id="5" creationId="{70AB78EF-1612-E06F-1515-187CAB7FB2FD}"/>
          </ac:spMkLst>
        </pc:spChg>
        <pc:spChg chg="mod">
          <ac:chgData name="周 耀阳" userId="6260573ca82bfa6b" providerId="LiveId" clId="{A596F79D-D0E5-4A37-811C-5DE5203AED07}" dt="2022-08-15T02:29:27.269" v="1849" actId="1076"/>
          <ac:spMkLst>
            <pc:docMk/>
            <pc:sldMk cId="3278256520" sldId="301"/>
            <ac:spMk id="6" creationId="{918BC112-CB30-506A-109F-4043461A6BB0}"/>
          </ac:spMkLst>
        </pc:spChg>
        <pc:spChg chg="add mod">
          <ac:chgData name="周 耀阳" userId="6260573ca82bfa6b" providerId="LiveId" clId="{A596F79D-D0E5-4A37-811C-5DE5203AED07}" dt="2022-08-15T02:38:29.998" v="2224"/>
          <ac:spMkLst>
            <pc:docMk/>
            <pc:sldMk cId="3278256520" sldId="301"/>
            <ac:spMk id="11" creationId="{0317CFD4-8868-1B1F-2B72-0779461B8ACE}"/>
          </ac:spMkLst>
        </pc:spChg>
        <pc:spChg chg="add mod">
          <ac:chgData name="周 耀阳" userId="6260573ca82bfa6b" providerId="LiveId" clId="{A596F79D-D0E5-4A37-811C-5DE5203AED07}" dt="2022-08-15T02:36:00.823" v="2201" actId="20577"/>
          <ac:spMkLst>
            <pc:docMk/>
            <pc:sldMk cId="3278256520" sldId="301"/>
            <ac:spMk id="12" creationId="{E2B2F019-3A8D-FA4F-12C5-2A7AC3E0E46E}"/>
          </ac:spMkLst>
        </pc:spChg>
        <pc:graphicFrameChg chg="add mod ord modGraphic">
          <ac:chgData name="周 耀阳" userId="6260573ca82bfa6b" providerId="LiveId" clId="{A596F79D-D0E5-4A37-811C-5DE5203AED07}" dt="2022-09-19T02:22:50.680" v="4707"/>
          <ac:graphicFrameMkLst>
            <pc:docMk/>
            <pc:sldMk cId="3278256520" sldId="301"/>
            <ac:graphicFrameMk id="7" creationId="{09845992-0A4E-83CD-AE0C-41134D4AC7FD}"/>
          </ac:graphicFrameMkLst>
        </pc:graphicFrameChg>
        <pc:graphicFrameChg chg="add mod">
          <ac:chgData name="周 耀阳" userId="6260573ca82bfa6b" providerId="LiveId" clId="{A596F79D-D0E5-4A37-811C-5DE5203AED07}" dt="2022-08-15T02:29:52.315" v="1855"/>
          <ac:graphicFrameMkLst>
            <pc:docMk/>
            <pc:sldMk cId="3278256520" sldId="301"/>
            <ac:graphicFrameMk id="8" creationId="{A8D64FA7-93C1-56E2-0D48-13E66914F2CD}"/>
          </ac:graphicFrameMkLst>
        </pc:graphicFrameChg>
        <pc:picChg chg="add mod">
          <ac:chgData name="周 耀阳" userId="6260573ca82bfa6b" providerId="LiveId" clId="{A596F79D-D0E5-4A37-811C-5DE5203AED07}" dt="2022-08-15T02:36:22.843" v="2202" actId="1076"/>
          <ac:picMkLst>
            <pc:docMk/>
            <pc:sldMk cId="3278256520" sldId="301"/>
            <ac:picMk id="10" creationId="{CFD0982D-C8B3-4893-B93C-19E79C231314}"/>
          </ac:picMkLst>
        </pc:picChg>
      </pc:sldChg>
      <pc:sldChg chg="modSp new del mod ord">
        <pc:chgData name="周 耀阳" userId="6260573ca82bfa6b" providerId="LiveId" clId="{A596F79D-D0E5-4A37-811C-5DE5203AED07}" dt="2022-08-15T02:40:38.832" v="2303" actId="47"/>
        <pc:sldMkLst>
          <pc:docMk/>
          <pc:sldMk cId="1963619149" sldId="302"/>
        </pc:sldMkLst>
        <pc:spChg chg="mod">
          <ac:chgData name="周 耀阳" userId="6260573ca82bfa6b" providerId="LiveId" clId="{A596F79D-D0E5-4A37-811C-5DE5203AED07}" dt="2022-08-15T02:39:38.813" v="2294" actId="15"/>
          <ac:spMkLst>
            <pc:docMk/>
            <pc:sldMk cId="1963619149" sldId="302"/>
            <ac:spMk id="2" creationId="{9A38DD18-1473-9617-C592-54ED7FA4BE47}"/>
          </ac:spMkLst>
        </pc:spChg>
        <pc:spChg chg="mod">
          <ac:chgData name="周 耀阳" userId="6260573ca82bfa6b" providerId="LiveId" clId="{A596F79D-D0E5-4A37-811C-5DE5203AED07}" dt="2022-08-15T02:36:44.213" v="2204"/>
          <ac:spMkLst>
            <pc:docMk/>
            <pc:sldMk cId="1963619149" sldId="302"/>
            <ac:spMk id="3" creationId="{BFB46A9A-E1D5-5726-9412-94C4A0E13238}"/>
          </ac:spMkLst>
        </pc:spChg>
      </pc:sldChg>
      <pc:sldChg chg="new del ord">
        <pc:chgData name="周 耀阳" userId="6260573ca82bfa6b" providerId="LiveId" clId="{A596F79D-D0E5-4A37-811C-5DE5203AED07}" dt="2022-08-15T02:42:32.172" v="2428" actId="47"/>
        <pc:sldMkLst>
          <pc:docMk/>
          <pc:sldMk cId="643056834" sldId="303"/>
        </pc:sldMkLst>
      </pc:sldChg>
      <pc:sldChg chg="modSp new mod">
        <pc:chgData name="周 耀阳" userId="6260573ca82bfa6b" providerId="LiveId" clId="{A596F79D-D0E5-4A37-811C-5DE5203AED07}" dt="2022-09-19T02:22:50.680" v="4707"/>
        <pc:sldMkLst>
          <pc:docMk/>
          <pc:sldMk cId="932608558" sldId="304"/>
        </pc:sldMkLst>
        <pc:spChg chg="mod">
          <ac:chgData name="周 耀阳" userId="6260573ca82bfa6b" providerId="LiveId" clId="{A596F79D-D0E5-4A37-811C-5DE5203AED07}" dt="2022-09-19T02:22:50.680" v="4707"/>
          <ac:spMkLst>
            <pc:docMk/>
            <pc:sldMk cId="932608558" sldId="304"/>
            <ac:spMk id="2" creationId="{6CB22963-EEB2-7D8E-6B0A-8C111B7CFAB0}"/>
          </ac:spMkLst>
        </pc:spChg>
        <pc:spChg chg="mod">
          <ac:chgData name="周 耀阳" userId="6260573ca82bfa6b" providerId="LiveId" clId="{A596F79D-D0E5-4A37-811C-5DE5203AED07}" dt="2022-09-19T02:22:50.680" v="4707"/>
          <ac:spMkLst>
            <pc:docMk/>
            <pc:sldMk cId="932608558" sldId="304"/>
            <ac:spMk id="3" creationId="{20B748F1-F661-908B-FDE2-F5E23F1225DD}"/>
          </ac:spMkLst>
        </pc:spChg>
        <pc:spChg chg="mod">
          <ac:chgData name="周 耀阳" userId="6260573ca82bfa6b" providerId="LiveId" clId="{A596F79D-D0E5-4A37-811C-5DE5203AED07}" dt="2022-09-19T02:22:50.680" v="4707"/>
          <ac:spMkLst>
            <pc:docMk/>
            <pc:sldMk cId="932608558" sldId="304"/>
            <ac:spMk id="4" creationId="{164F3EF9-41C6-DC92-2901-E6C1CF7296D3}"/>
          </ac:spMkLst>
        </pc:spChg>
        <pc:spChg chg="mod">
          <ac:chgData name="周 耀阳" userId="6260573ca82bfa6b" providerId="LiveId" clId="{A596F79D-D0E5-4A37-811C-5DE5203AED07}" dt="2022-09-19T02:22:50.680" v="4707"/>
          <ac:spMkLst>
            <pc:docMk/>
            <pc:sldMk cId="932608558" sldId="304"/>
            <ac:spMk id="5" creationId="{264D1591-0C09-86DE-6620-99282BC383E5}"/>
          </ac:spMkLst>
        </pc:spChg>
        <pc:spChg chg="mod">
          <ac:chgData name="周 耀阳" userId="6260573ca82bfa6b" providerId="LiveId" clId="{A596F79D-D0E5-4A37-811C-5DE5203AED07}" dt="2022-09-19T02:22:50.680" v="4707"/>
          <ac:spMkLst>
            <pc:docMk/>
            <pc:sldMk cId="932608558" sldId="304"/>
            <ac:spMk id="6" creationId="{8F1D074D-2752-C18A-8C81-CE594A690849}"/>
          </ac:spMkLst>
        </pc:spChg>
      </pc:sldChg>
      <pc:sldChg chg="add del">
        <pc:chgData name="周 耀阳" userId="6260573ca82bfa6b" providerId="LiveId" clId="{A596F79D-D0E5-4A37-811C-5DE5203AED07}" dt="2022-08-22T03:30:04.299" v="2821" actId="47"/>
        <pc:sldMkLst>
          <pc:docMk/>
          <pc:sldMk cId="2789581935" sldId="305"/>
        </pc:sldMkLst>
      </pc:sldChg>
      <pc:sldChg chg="modSp add mod">
        <pc:chgData name="周 耀阳" userId="6260573ca82bfa6b" providerId="LiveId" clId="{A596F79D-D0E5-4A37-811C-5DE5203AED07}" dt="2022-09-19T02:22:50.680" v="4707"/>
        <pc:sldMkLst>
          <pc:docMk/>
          <pc:sldMk cId="3176131728" sldId="305"/>
        </pc:sldMkLst>
        <pc:spChg chg="mod">
          <ac:chgData name="周 耀阳" userId="6260573ca82bfa6b" providerId="LiveId" clId="{A596F79D-D0E5-4A37-811C-5DE5203AED07}" dt="2022-09-19T02:22:50.680" v="4707"/>
          <ac:spMkLst>
            <pc:docMk/>
            <pc:sldMk cId="3176131728" sldId="305"/>
            <ac:spMk id="2" creationId="{6CB22963-EEB2-7D8E-6B0A-8C111B7CFAB0}"/>
          </ac:spMkLst>
        </pc:spChg>
        <pc:spChg chg="mod">
          <ac:chgData name="周 耀阳" userId="6260573ca82bfa6b" providerId="LiveId" clId="{A596F79D-D0E5-4A37-811C-5DE5203AED07}" dt="2022-09-19T02:22:50.680" v="4707"/>
          <ac:spMkLst>
            <pc:docMk/>
            <pc:sldMk cId="3176131728" sldId="305"/>
            <ac:spMk id="3" creationId="{20B748F1-F661-908B-FDE2-F5E23F1225DD}"/>
          </ac:spMkLst>
        </pc:spChg>
        <pc:spChg chg="mod">
          <ac:chgData name="周 耀阳" userId="6260573ca82bfa6b" providerId="LiveId" clId="{A596F79D-D0E5-4A37-811C-5DE5203AED07}" dt="2022-09-19T02:22:50.680" v="4707"/>
          <ac:spMkLst>
            <pc:docMk/>
            <pc:sldMk cId="3176131728" sldId="305"/>
            <ac:spMk id="4" creationId="{164F3EF9-41C6-DC92-2901-E6C1CF7296D3}"/>
          </ac:spMkLst>
        </pc:spChg>
        <pc:spChg chg="mod">
          <ac:chgData name="周 耀阳" userId="6260573ca82bfa6b" providerId="LiveId" clId="{A596F79D-D0E5-4A37-811C-5DE5203AED07}" dt="2022-09-19T02:22:50.680" v="4707"/>
          <ac:spMkLst>
            <pc:docMk/>
            <pc:sldMk cId="3176131728" sldId="305"/>
            <ac:spMk id="5" creationId="{264D1591-0C09-86DE-6620-99282BC383E5}"/>
          </ac:spMkLst>
        </pc:spChg>
        <pc:spChg chg="mod">
          <ac:chgData name="周 耀阳" userId="6260573ca82bfa6b" providerId="LiveId" clId="{A596F79D-D0E5-4A37-811C-5DE5203AED07}" dt="2022-09-19T02:22:50.680" v="4707"/>
          <ac:spMkLst>
            <pc:docMk/>
            <pc:sldMk cId="3176131728" sldId="305"/>
            <ac:spMk id="6" creationId="{8F1D074D-2752-C18A-8C81-CE594A690849}"/>
          </ac:spMkLst>
        </pc:spChg>
      </pc:sldChg>
      <pc:sldChg chg="addSp delSp modSp new mod">
        <pc:chgData name="周 耀阳" userId="6260573ca82bfa6b" providerId="LiveId" clId="{A596F79D-D0E5-4A37-811C-5DE5203AED07}" dt="2022-09-19T02:22:50.680" v="4707"/>
        <pc:sldMkLst>
          <pc:docMk/>
          <pc:sldMk cId="2081298644" sldId="306"/>
        </pc:sldMkLst>
        <pc:spChg chg="mod">
          <ac:chgData name="周 耀阳" userId="6260573ca82bfa6b" providerId="LiveId" clId="{A596F79D-D0E5-4A37-811C-5DE5203AED07}" dt="2022-09-19T02:22:50.680" v="4707"/>
          <ac:spMkLst>
            <pc:docMk/>
            <pc:sldMk cId="2081298644" sldId="306"/>
            <ac:spMk id="2" creationId="{7A88FC3F-9A8A-65BD-D70D-792150B23D98}"/>
          </ac:spMkLst>
        </pc:spChg>
        <pc:spChg chg="mod">
          <ac:chgData name="周 耀阳" userId="6260573ca82bfa6b" providerId="LiveId" clId="{A596F79D-D0E5-4A37-811C-5DE5203AED07}" dt="2022-09-19T02:22:50.680" v="4707"/>
          <ac:spMkLst>
            <pc:docMk/>
            <pc:sldMk cId="2081298644" sldId="306"/>
            <ac:spMk id="3" creationId="{76C99D2B-AB11-BC62-4782-6EE74C1F50A3}"/>
          </ac:spMkLst>
        </pc:spChg>
        <pc:spChg chg="mod">
          <ac:chgData name="周 耀阳" userId="6260573ca82bfa6b" providerId="LiveId" clId="{A596F79D-D0E5-4A37-811C-5DE5203AED07}" dt="2022-09-19T02:22:50.680" v="4707"/>
          <ac:spMkLst>
            <pc:docMk/>
            <pc:sldMk cId="2081298644" sldId="306"/>
            <ac:spMk id="4" creationId="{25E487AF-1D98-972E-5C52-519805A23B1C}"/>
          </ac:spMkLst>
        </pc:spChg>
        <pc:spChg chg="mod">
          <ac:chgData name="周 耀阳" userId="6260573ca82bfa6b" providerId="LiveId" clId="{A596F79D-D0E5-4A37-811C-5DE5203AED07}" dt="2022-09-19T02:22:50.680" v="4707"/>
          <ac:spMkLst>
            <pc:docMk/>
            <pc:sldMk cId="2081298644" sldId="306"/>
            <ac:spMk id="5" creationId="{8BC85431-61EC-14B7-8333-3A46A1AAD314}"/>
          </ac:spMkLst>
        </pc:spChg>
        <pc:spChg chg="mod">
          <ac:chgData name="周 耀阳" userId="6260573ca82bfa6b" providerId="LiveId" clId="{A596F79D-D0E5-4A37-811C-5DE5203AED07}" dt="2022-09-19T02:22:50.680" v="4707"/>
          <ac:spMkLst>
            <pc:docMk/>
            <pc:sldMk cId="2081298644" sldId="306"/>
            <ac:spMk id="6" creationId="{423D8165-031D-3320-CF56-B5BA1B28EA2E}"/>
          </ac:spMkLst>
        </pc:spChg>
        <pc:picChg chg="add del mod">
          <ac:chgData name="周 耀阳" userId="6260573ca82bfa6b" providerId="LiveId" clId="{A596F79D-D0E5-4A37-811C-5DE5203AED07}" dt="2022-08-22T07:28:36.435" v="3259" actId="478"/>
          <ac:picMkLst>
            <pc:docMk/>
            <pc:sldMk cId="2081298644" sldId="306"/>
            <ac:picMk id="8" creationId="{5C1A5650-1BF1-DFA2-45BF-52B03C75853F}"/>
          </ac:picMkLst>
        </pc:picChg>
        <pc:picChg chg="add">
          <ac:chgData name="周 耀阳" userId="6260573ca82bfa6b" providerId="LiveId" clId="{A596F79D-D0E5-4A37-811C-5DE5203AED07}" dt="2022-08-22T07:28:39.254" v="3260" actId="22"/>
          <ac:picMkLst>
            <pc:docMk/>
            <pc:sldMk cId="2081298644" sldId="306"/>
            <ac:picMk id="10" creationId="{0B19D650-D67E-23D2-C4D7-2E40924FB5E7}"/>
          </ac:picMkLst>
        </pc:picChg>
      </pc:sldChg>
      <pc:sldChg chg="modSp add mod">
        <pc:chgData name="周 耀阳" userId="6260573ca82bfa6b" providerId="LiveId" clId="{A596F79D-D0E5-4A37-811C-5DE5203AED07}" dt="2022-09-19T02:22:50.680" v="4707"/>
        <pc:sldMkLst>
          <pc:docMk/>
          <pc:sldMk cId="1891010356" sldId="309"/>
        </pc:sldMkLst>
        <pc:spChg chg="mod">
          <ac:chgData name="周 耀阳" userId="6260573ca82bfa6b" providerId="LiveId" clId="{A596F79D-D0E5-4A37-811C-5DE5203AED07}" dt="2022-09-19T02:22:50.680" v="4707"/>
          <ac:spMkLst>
            <pc:docMk/>
            <pc:sldMk cId="1891010356" sldId="309"/>
            <ac:spMk id="2" creationId="{E90A5A91-D657-F406-C39D-21C0C14972FE}"/>
          </ac:spMkLst>
        </pc:spChg>
        <pc:spChg chg="mod">
          <ac:chgData name="周 耀阳" userId="6260573ca82bfa6b" providerId="LiveId" clId="{A596F79D-D0E5-4A37-811C-5DE5203AED07}" dt="2022-09-19T02:22:50.680" v="4707"/>
          <ac:spMkLst>
            <pc:docMk/>
            <pc:sldMk cId="1891010356" sldId="309"/>
            <ac:spMk id="3" creationId="{BFE0BDDD-E095-9AC8-20D6-9F4BD868195E}"/>
          </ac:spMkLst>
        </pc:spChg>
        <pc:spChg chg="mod">
          <ac:chgData name="周 耀阳" userId="6260573ca82bfa6b" providerId="LiveId" clId="{A596F79D-D0E5-4A37-811C-5DE5203AED07}" dt="2022-09-19T02:22:50.680" v="4707"/>
          <ac:spMkLst>
            <pc:docMk/>
            <pc:sldMk cId="1891010356" sldId="309"/>
            <ac:spMk id="4" creationId="{69EB8042-6AF8-8FBD-B246-965E38923427}"/>
          </ac:spMkLst>
        </pc:spChg>
        <pc:spChg chg="mod">
          <ac:chgData name="周 耀阳" userId="6260573ca82bfa6b" providerId="LiveId" clId="{A596F79D-D0E5-4A37-811C-5DE5203AED07}" dt="2022-09-19T02:22:50.680" v="4707"/>
          <ac:spMkLst>
            <pc:docMk/>
            <pc:sldMk cId="1891010356" sldId="309"/>
            <ac:spMk id="5" creationId="{67331B7B-A90B-8F6A-F015-D6A2D3D83C71}"/>
          </ac:spMkLst>
        </pc:spChg>
        <pc:spChg chg="mod">
          <ac:chgData name="周 耀阳" userId="6260573ca82bfa6b" providerId="LiveId" clId="{A596F79D-D0E5-4A37-811C-5DE5203AED07}" dt="2022-09-19T02:22:50.680" v="4707"/>
          <ac:spMkLst>
            <pc:docMk/>
            <pc:sldMk cId="1891010356" sldId="309"/>
            <ac:spMk id="6" creationId="{15831538-E414-2E4E-D374-645C62A0716E}"/>
          </ac:spMkLst>
        </pc:spChg>
      </pc:sldChg>
      <pc:sldChg chg="addSp delSp modSp add mod">
        <pc:chgData name="周 耀阳" userId="6260573ca82bfa6b" providerId="LiveId" clId="{A596F79D-D0E5-4A37-811C-5DE5203AED07}" dt="2022-09-19T02:22:50.680" v="4707"/>
        <pc:sldMkLst>
          <pc:docMk/>
          <pc:sldMk cId="1724655267" sldId="310"/>
        </pc:sldMkLst>
        <pc:spChg chg="mod">
          <ac:chgData name="周 耀阳" userId="6260573ca82bfa6b" providerId="LiveId" clId="{A596F79D-D0E5-4A37-811C-5DE5203AED07}" dt="2022-09-19T02:22:50.680" v="4707"/>
          <ac:spMkLst>
            <pc:docMk/>
            <pc:sldMk cId="1724655267" sldId="310"/>
            <ac:spMk id="2" creationId="{7A88FC3F-9A8A-65BD-D70D-792150B23D98}"/>
          </ac:spMkLst>
        </pc:spChg>
        <pc:spChg chg="mod">
          <ac:chgData name="周 耀阳" userId="6260573ca82bfa6b" providerId="LiveId" clId="{A596F79D-D0E5-4A37-811C-5DE5203AED07}" dt="2022-09-19T02:22:50.680" v="4707"/>
          <ac:spMkLst>
            <pc:docMk/>
            <pc:sldMk cId="1724655267" sldId="310"/>
            <ac:spMk id="3" creationId="{76C99D2B-AB11-BC62-4782-6EE74C1F50A3}"/>
          </ac:spMkLst>
        </pc:spChg>
        <pc:spChg chg="mod">
          <ac:chgData name="周 耀阳" userId="6260573ca82bfa6b" providerId="LiveId" clId="{A596F79D-D0E5-4A37-811C-5DE5203AED07}" dt="2022-09-19T02:22:50.680" v="4707"/>
          <ac:spMkLst>
            <pc:docMk/>
            <pc:sldMk cId="1724655267" sldId="310"/>
            <ac:spMk id="4" creationId="{25E487AF-1D98-972E-5C52-519805A23B1C}"/>
          </ac:spMkLst>
        </pc:spChg>
        <pc:spChg chg="mod">
          <ac:chgData name="周 耀阳" userId="6260573ca82bfa6b" providerId="LiveId" clId="{A596F79D-D0E5-4A37-811C-5DE5203AED07}" dt="2022-09-19T02:22:50.680" v="4707"/>
          <ac:spMkLst>
            <pc:docMk/>
            <pc:sldMk cId="1724655267" sldId="310"/>
            <ac:spMk id="5" creationId="{8BC85431-61EC-14B7-8333-3A46A1AAD314}"/>
          </ac:spMkLst>
        </pc:spChg>
        <pc:spChg chg="mod">
          <ac:chgData name="周 耀阳" userId="6260573ca82bfa6b" providerId="LiveId" clId="{A596F79D-D0E5-4A37-811C-5DE5203AED07}" dt="2022-09-19T02:22:50.680" v="4707"/>
          <ac:spMkLst>
            <pc:docMk/>
            <pc:sldMk cId="1724655267" sldId="310"/>
            <ac:spMk id="6" creationId="{423D8165-031D-3320-CF56-B5BA1B28EA2E}"/>
          </ac:spMkLst>
        </pc:spChg>
        <pc:picChg chg="add">
          <ac:chgData name="周 耀阳" userId="6260573ca82bfa6b" providerId="LiveId" clId="{A596F79D-D0E5-4A37-811C-5DE5203AED07}" dt="2022-08-22T07:28:50.845" v="3263" actId="22"/>
          <ac:picMkLst>
            <pc:docMk/>
            <pc:sldMk cId="1724655267" sldId="310"/>
            <ac:picMk id="8" creationId="{B3AF6FA0-21F1-D291-4104-3FF193EECB37}"/>
          </ac:picMkLst>
        </pc:picChg>
        <pc:picChg chg="del">
          <ac:chgData name="周 耀阳" userId="6260573ca82bfa6b" providerId="LiveId" clId="{A596F79D-D0E5-4A37-811C-5DE5203AED07}" dt="2022-08-22T07:28:50.478" v="3262" actId="478"/>
          <ac:picMkLst>
            <pc:docMk/>
            <pc:sldMk cId="1724655267" sldId="310"/>
            <ac:picMk id="10" creationId="{0B19D650-D67E-23D2-C4D7-2E40924FB5E7}"/>
          </ac:picMkLst>
        </pc:picChg>
      </pc:sldChg>
      <pc:sldChg chg="addSp delSp modSp new mod">
        <pc:chgData name="周 耀阳" userId="6260573ca82bfa6b" providerId="LiveId" clId="{A596F79D-D0E5-4A37-811C-5DE5203AED07}" dt="2022-09-19T02:22:50.680" v="4707"/>
        <pc:sldMkLst>
          <pc:docMk/>
          <pc:sldMk cId="2639300247" sldId="311"/>
        </pc:sldMkLst>
        <pc:spChg chg="del">
          <ac:chgData name="周 耀阳" userId="6260573ca82bfa6b" providerId="LiveId" clId="{A596F79D-D0E5-4A37-811C-5DE5203AED07}" dt="2022-08-22T07:37:11.012" v="3285"/>
          <ac:spMkLst>
            <pc:docMk/>
            <pc:sldMk cId="2639300247" sldId="311"/>
            <ac:spMk id="2" creationId="{C6DC6B21-B2D1-8643-6E38-4FE62281F3EB}"/>
          </ac:spMkLst>
        </pc:spChg>
        <pc:spChg chg="mod">
          <ac:chgData name="周 耀阳" userId="6260573ca82bfa6b" providerId="LiveId" clId="{A596F79D-D0E5-4A37-811C-5DE5203AED07}" dt="2022-09-19T02:22:50.680" v="4707"/>
          <ac:spMkLst>
            <pc:docMk/>
            <pc:sldMk cId="2639300247" sldId="311"/>
            <ac:spMk id="3" creationId="{27DE3C96-2641-5D12-7A1D-4D19A1ED6624}"/>
          </ac:spMkLst>
        </pc:spChg>
        <pc:spChg chg="mod">
          <ac:chgData name="周 耀阳" userId="6260573ca82bfa6b" providerId="LiveId" clId="{A596F79D-D0E5-4A37-811C-5DE5203AED07}" dt="2022-09-19T02:22:50.680" v="4707"/>
          <ac:spMkLst>
            <pc:docMk/>
            <pc:sldMk cId="2639300247" sldId="311"/>
            <ac:spMk id="4" creationId="{9801CBF7-05B2-5B3F-E89B-C6F3F6200CF4}"/>
          </ac:spMkLst>
        </pc:spChg>
        <pc:spChg chg="mod">
          <ac:chgData name="周 耀阳" userId="6260573ca82bfa6b" providerId="LiveId" clId="{A596F79D-D0E5-4A37-811C-5DE5203AED07}" dt="2022-09-19T02:22:50.680" v="4707"/>
          <ac:spMkLst>
            <pc:docMk/>
            <pc:sldMk cId="2639300247" sldId="311"/>
            <ac:spMk id="5" creationId="{54B3E6A6-FB41-A609-C473-C4321A5F8917}"/>
          </ac:spMkLst>
        </pc:spChg>
        <pc:spChg chg="mod">
          <ac:chgData name="周 耀阳" userId="6260573ca82bfa6b" providerId="LiveId" clId="{A596F79D-D0E5-4A37-811C-5DE5203AED07}" dt="2022-09-19T02:22:50.680" v="4707"/>
          <ac:spMkLst>
            <pc:docMk/>
            <pc:sldMk cId="2639300247" sldId="311"/>
            <ac:spMk id="6" creationId="{1D372859-F740-8328-8609-EE6C861AF7E2}"/>
          </ac:spMkLst>
        </pc:spChg>
        <pc:picChg chg="add mod">
          <ac:chgData name="周 耀阳" userId="6260573ca82bfa6b" providerId="LiveId" clId="{A596F79D-D0E5-4A37-811C-5DE5203AED07}" dt="2022-08-22T07:37:35.681" v="3292" actId="1076"/>
          <ac:picMkLst>
            <pc:docMk/>
            <pc:sldMk cId="2639300247" sldId="311"/>
            <ac:picMk id="8" creationId="{FD721DC1-6968-75CD-620B-2743DC2AB7B9}"/>
          </ac:picMkLst>
        </pc:picChg>
        <pc:picChg chg="add del mod">
          <ac:chgData name="周 耀阳" userId="6260573ca82bfa6b" providerId="LiveId" clId="{A596F79D-D0E5-4A37-811C-5DE5203AED07}" dt="2022-08-22T07:37:26.739" v="3288"/>
          <ac:picMkLst>
            <pc:docMk/>
            <pc:sldMk cId="2639300247" sldId="311"/>
            <ac:picMk id="9" creationId="{CF01F6A2-5548-256D-1B54-D5D1CADB238E}"/>
          </ac:picMkLst>
        </pc:picChg>
        <pc:picChg chg="add mod">
          <ac:chgData name="周 耀阳" userId="6260573ca82bfa6b" providerId="LiveId" clId="{A596F79D-D0E5-4A37-811C-5DE5203AED07}" dt="2022-08-22T07:37:37.102" v="3293" actId="1076"/>
          <ac:picMkLst>
            <pc:docMk/>
            <pc:sldMk cId="2639300247" sldId="311"/>
            <ac:picMk id="11" creationId="{D029CC51-E5A9-D10C-E3A8-B2170519594E}"/>
          </ac:picMkLst>
        </pc:picChg>
      </pc:sldChg>
      <pc:sldChg chg="modSp add del mod">
        <pc:chgData name="周 耀阳" userId="6260573ca82bfa6b" providerId="LiveId" clId="{A596F79D-D0E5-4A37-811C-5DE5203AED07}" dt="2022-09-05T02:27:32.643" v="4161" actId="47"/>
        <pc:sldMkLst>
          <pc:docMk/>
          <pc:sldMk cId="1588074614" sldId="312"/>
        </pc:sldMkLst>
        <pc:spChg chg="mod">
          <ac:chgData name="周 耀阳" userId="6260573ca82bfa6b" providerId="LiveId" clId="{A596F79D-D0E5-4A37-811C-5DE5203AED07}" dt="2022-08-28T13:37:55.208" v="3902" actId="20577"/>
          <ac:spMkLst>
            <pc:docMk/>
            <pc:sldMk cId="1588074614" sldId="312"/>
            <ac:spMk id="2" creationId="{6CB22963-EEB2-7D8E-6B0A-8C111B7CFAB0}"/>
          </ac:spMkLst>
        </pc:spChg>
        <pc:spChg chg="mod">
          <ac:chgData name="周 耀阳" userId="6260573ca82bfa6b" providerId="LiveId" clId="{A596F79D-D0E5-4A37-811C-5DE5203AED07}" dt="2022-08-28T13:31:38.355" v="3323" actId="20577"/>
          <ac:spMkLst>
            <pc:docMk/>
            <pc:sldMk cId="1588074614" sldId="312"/>
            <ac:spMk id="3" creationId="{20B748F1-F661-908B-FDE2-F5E23F1225DD}"/>
          </ac:spMkLst>
        </pc:spChg>
      </pc:sldChg>
      <pc:sldChg chg="addSp delSp modSp new del mod">
        <pc:chgData name="周 耀阳" userId="6260573ca82bfa6b" providerId="LiveId" clId="{A596F79D-D0E5-4A37-811C-5DE5203AED07}" dt="2022-09-05T02:27:33.953" v="4162" actId="47"/>
        <pc:sldMkLst>
          <pc:docMk/>
          <pc:sldMk cId="1075555869" sldId="313"/>
        </pc:sldMkLst>
        <pc:spChg chg="del mod">
          <ac:chgData name="周 耀阳" userId="6260573ca82bfa6b" providerId="LiveId" clId="{A596F79D-D0E5-4A37-811C-5DE5203AED07}" dt="2022-08-28T13:38:44.426" v="3932" actId="3680"/>
          <ac:spMkLst>
            <pc:docMk/>
            <pc:sldMk cId="1075555869" sldId="313"/>
            <ac:spMk id="2" creationId="{7836B0D6-DE03-54D6-9E23-4B4871E70AD5}"/>
          </ac:spMkLst>
        </pc:spChg>
        <pc:spChg chg="mod">
          <ac:chgData name="周 耀阳" userId="6260573ca82bfa6b" providerId="LiveId" clId="{A596F79D-D0E5-4A37-811C-5DE5203AED07}" dt="2022-08-28T13:44:36.243" v="4077"/>
          <ac:spMkLst>
            <pc:docMk/>
            <pc:sldMk cId="1075555869" sldId="313"/>
            <ac:spMk id="3" creationId="{6652CB5B-D7FD-66C5-7E93-FAD1DD619121}"/>
          </ac:spMkLst>
        </pc:spChg>
        <pc:spChg chg="add mod">
          <ac:chgData name="周 耀阳" userId="6260573ca82bfa6b" providerId="LiveId" clId="{A596F79D-D0E5-4A37-811C-5DE5203AED07}" dt="2022-08-28T13:45:26.141" v="4156" actId="14100"/>
          <ac:spMkLst>
            <pc:docMk/>
            <pc:sldMk cId="1075555869" sldId="313"/>
            <ac:spMk id="8" creationId="{1B82C687-433D-0059-A9D5-88751B5BAA73}"/>
          </ac:spMkLst>
        </pc:spChg>
        <pc:graphicFrameChg chg="add mod ord modGraphic">
          <ac:chgData name="周 耀阳" userId="6260573ca82bfa6b" providerId="LiveId" clId="{A596F79D-D0E5-4A37-811C-5DE5203AED07}" dt="2022-08-28T13:46:12.196" v="4159" actId="2711"/>
          <ac:graphicFrameMkLst>
            <pc:docMk/>
            <pc:sldMk cId="1075555869" sldId="313"/>
            <ac:graphicFrameMk id="7" creationId="{9816D06D-4DD5-A631-3456-9434FEACE49E}"/>
          </ac:graphicFrameMkLst>
        </pc:graphicFrameChg>
      </pc:sldChg>
      <pc:sldChg chg="modSp add mod">
        <pc:chgData name="周 耀阳" userId="6260573ca82bfa6b" providerId="LiveId" clId="{A596F79D-D0E5-4A37-811C-5DE5203AED07}" dt="2022-09-19T02:22:50.854" v="4709" actId="27636"/>
        <pc:sldMkLst>
          <pc:docMk/>
          <pc:sldMk cId="1191033616" sldId="314"/>
        </pc:sldMkLst>
        <pc:spChg chg="mod">
          <ac:chgData name="周 耀阳" userId="6260573ca82bfa6b" providerId="LiveId" clId="{A596F79D-D0E5-4A37-811C-5DE5203AED07}" dt="2022-09-19T02:22:50.854" v="4709" actId="27636"/>
          <ac:spMkLst>
            <pc:docMk/>
            <pc:sldMk cId="1191033616" sldId="314"/>
            <ac:spMk id="2" creationId="{6CB22963-EEB2-7D8E-6B0A-8C111B7CFAB0}"/>
          </ac:spMkLst>
        </pc:spChg>
        <pc:spChg chg="mod">
          <ac:chgData name="周 耀阳" userId="6260573ca82bfa6b" providerId="LiveId" clId="{A596F79D-D0E5-4A37-811C-5DE5203AED07}" dt="2022-09-19T02:22:50.680" v="4707"/>
          <ac:spMkLst>
            <pc:docMk/>
            <pc:sldMk cId="1191033616" sldId="314"/>
            <ac:spMk id="3" creationId="{20B748F1-F661-908B-FDE2-F5E23F1225DD}"/>
          </ac:spMkLst>
        </pc:spChg>
        <pc:spChg chg="mod">
          <ac:chgData name="周 耀阳" userId="6260573ca82bfa6b" providerId="LiveId" clId="{A596F79D-D0E5-4A37-811C-5DE5203AED07}" dt="2022-09-19T02:22:50.680" v="4707"/>
          <ac:spMkLst>
            <pc:docMk/>
            <pc:sldMk cId="1191033616" sldId="314"/>
            <ac:spMk id="4" creationId="{164F3EF9-41C6-DC92-2901-E6C1CF7296D3}"/>
          </ac:spMkLst>
        </pc:spChg>
        <pc:spChg chg="mod">
          <ac:chgData name="周 耀阳" userId="6260573ca82bfa6b" providerId="LiveId" clId="{A596F79D-D0E5-4A37-811C-5DE5203AED07}" dt="2022-09-19T02:22:50.680" v="4707"/>
          <ac:spMkLst>
            <pc:docMk/>
            <pc:sldMk cId="1191033616" sldId="314"/>
            <ac:spMk id="5" creationId="{264D1591-0C09-86DE-6620-99282BC383E5}"/>
          </ac:spMkLst>
        </pc:spChg>
        <pc:spChg chg="mod">
          <ac:chgData name="周 耀阳" userId="6260573ca82bfa6b" providerId="LiveId" clId="{A596F79D-D0E5-4A37-811C-5DE5203AED07}" dt="2022-09-19T02:22:50.680" v="4707"/>
          <ac:spMkLst>
            <pc:docMk/>
            <pc:sldMk cId="1191033616" sldId="314"/>
            <ac:spMk id="6" creationId="{8F1D074D-2752-C18A-8C81-CE594A690849}"/>
          </ac:spMkLst>
        </pc:spChg>
      </pc:sldChg>
      <pc:sldChg chg="modSp add">
        <pc:chgData name="周 耀阳" userId="6260573ca82bfa6b" providerId="LiveId" clId="{A596F79D-D0E5-4A37-811C-5DE5203AED07}" dt="2022-09-19T02:22:50.680" v="4707"/>
        <pc:sldMkLst>
          <pc:docMk/>
          <pc:sldMk cId="264682586" sldId="315"/>
        </pc:sldMkLst>
        <pc:spChg chg="mod">
          <ac:chgData name="周 耀阳" userId="6260573ca82bfa6b" providerId="LiveId" clId="{A596F79D-D0E5-4A37-811C-5DE5203AED07}" dt="2022-09-19T02:22:50.680" v="4707"/>
          <ac:spMkLst>
            <pc:docMk/>
            <pc:sldMk cId="264682586" sldId="315"/>
            <ac:spMk id="2" creationId="{3C405DCB-4BA5-4A19-DC09-1AD5D0D707D7}"/>
          </ac:spMkLst>
        </pc:spChg>
        <pc:spChg chg="mod">
          <ac:chgData name="周 耀阳" userId="6260573ca82bfa6b" providerId="LiveId" clId="{A596F79D-D0E5-4A37-811C-5DE5203AED07}" dt="2022-09-19T02:22:50.680" v="4707"/>
          <ac:spMkLst>
            <pc:docMk/>
            <pc:sldMk cId="264682586" sldId="315"/>
            <ac:spMk id="3" creationId="{21C2E9D5-FD7D-FD8C-2523-60D4127276B0}"/>
          </ac:spMkLst>
        </pc:spChg>
        <pc:spChg chg="mod">
          <ac:chgData name="周 耀阳" userId="6260573ca82bfa6b" providerId="LiveId" clId="{A596F79D-D0E5-4A37-811C-5DE5203AED07}" dt="2022-09-19T02:22:50.680" v="4707"/>
          <ac:spMkLst>
            <pc:docMk/>
            <pc:sldMk cId="264682586" sldId="315"/>
            <ac:spMk id="4" creationId="{00F56C4F-5E10-6B50-98DD-812410376AA3}"/>
          </ac:spMkLst>
        </pc:spChg>
        <pc:spChg chg="mod">
          <ac:chgData name="周 耀阳" userId="6260573ca82bfa6b" providerId="LiveId" clId="{A596F79D-D0E5-4A37-811C-5DE5203AED07}" dt="2022-09-19T02:22:50.680" v="4707"/>
          <ac:spMkLst>
            <pc:docMk/>
            <pc:sldMk cId="264682586" sldId="315"/>
            <ac:spMk id="5" creationId="{51100E5C-A121-01AA-B86D-4131CCD112C6}"/>
          </ac:spMkLst>
        </pc:spChg>
        <pc:spChg chg="mod">
          <ac:chgData name="周 耀阳" userId="6260573ca82bfa6b" providerId="LiveId" clId="{A596F79D-D0E5-4A37-811C-5DE5203AED07}" dt="2022-09-19T02:22:50.680" v="4707"/>
          <ac:spMkLst>
            <pc:docMk/>
            <pc:sldMk cId="264682586" sldId="315"/>
            <ac:spMk id="6" creationId="{8FE3977C-7E74-1936-C007-B70C329192E5}"/>
          </ac:spMkLst>
        </pc:spChg>
      </pc:sldChg>
      <pc:sldChg chg="modSp add">
        <pc:chgData name="周 耀阳" userId="6260573ca82bfa6b" providerId="LiveId" clId="{A596F79D-D0E5-4A37-811C-5DE5203AED07}" dt="2022-09-19T02:22:50.680" v="4707"/>
        <pc:sldMkLst>
          <pc:docMk/>
          <pc:sldMk cId="553442298" sldId="316"/>
        </pc:sldMkLst>
        <pc:spChg chg="mod">
          <ac:chgData name="周 耀阳" userId="6260573ca82bfa6b" providerId="LiveId" clId="{A596F79D-D0E5-4A37-811C-5DE5203AED07}" dt="2022-09-19T02:22:50.680" v="4707"/>
          <ac:spMkLst>
            <pc:docMk/>
            <pc:sldMk cId="553442298" sldId="316"/>
            <ac:spMk id="3" creationId="{6652CB5B-D7FD-66C5-7E93-FAD1DD619121}"/>
          </ac:spMkLst>
        </pc:spChg>
        <pc:spChg chg="mod">
          <ac:chgData name="周 耀阳" userId="6260573ca82bfa6b" providerId="LiveId" clId="{A596F79D-D0E5-4A37-811C-5DE5203AED07}" dt="2022-09-19T02:22:50.680" v="4707"/>
          <ac:spMkLst>
            <pc:docMk/>
            <pc:sldMk cId="553442298" sldId="316"/>
            <ac:spMk id="4" creationId="{189D727A-A58F-CD9B-E5D7-0526EDE66942}"/>
          </ac:spMkLst>
        </pc:spChg>
        <pc:spChg chg="mod">
          <ac:chgData name="周 耀阳" userId="6260573ca82bfa6b" providerId="LiveId" clId="{A596F79D-D0E5-4A37-811C-5DE5203AED07}" dt="2022-09-19T02:22:50.680" v="4707"/>
          <ac:spMkLst>
            <pc:docMk/>
            <pc:sldMk cId="553442298" sldId="316"/>
            <ac:spMk id="5" creationId="{0B52173E-CAB2-F27D-353D-6F4FEFE20063}"/>
          </ac:spMkLst>
        </pc:spChg>
        <pc:spChg chg="mod">
          <ac:chgData name="周 耀阳" userId="6260573ca82bfa6b" providerId="LiveId" clId="{A596F79D-D0E5-4A37-811C-5DE5203AED07}" dt="2022-09-19T02:22:50.680" v="4707"/>
          <ac:spMkLst>
            <pc:docMk/>
            <pc:sldMk cId="553442298" sldId="316"/>
            <ac:spMk id="6" creationId="{EC9FE89F-9FF0-4812-0D8B-C0D13729C1DA}"/>
          </ac:spMkLst>
        </pc:spChg>
      </pc:sldChg>
      <pc:sldChg chg="modSp add mod">
        <pc:chgData name="周 耀阳" userId="6260573ca82bfa6b" providerId="LiveId" clId="{A596F79D-D0E5-4A37-811C-5DE5203AED07}" dt="2022-09-19T02:23:30.582" v="4722" actId="27636"/>
        <pc:sldMkLst>
          <pc:docMk/>
          <pc:sldMk cId="2044226479" sldId="317"/>
        </pc:sldMkLst>
        <pc:spChg chg="mod">
          <ac:chgData name="周 耀阳" userId="6260573ca82bfa6b" providerId="LiveId" clId="{A596F79D-D0E5-4A37-811C-5DE5203AED07}" dt="2022-09-19T02:23:30.582" v="4722" actId="27636"/>
          <ac:spMkLst>
            <pc:docMk/>
            <pc:sldMk cId="2044226479" sldId="317"/>
            <ac:spMk id="2" creationId="{6CB22963-EEB2-7D8E-6B0A-8C111B7CFAB0}"/>
          </ac:spMkLst>
        </pc:spChg>
        <pc:spChg chg="mod">
          <ac:chgData name="周 耀阳" userId="6260573ca82bfa6b" providerId="LiveId" clId="{A596F79D-D0E5-4A37-811C-5DE5203AED07}" dt="2022-09-19T02:22:50.680" v="4707"/>
          <ac:spMkLst>
            <pc:docMk/>
            <pc:sldMk cId="2044226479" sldId="317"/>
            <ac:spMk id="3" creationId="{20B748F1-F661-908B-FDE2-F5E23F1225DD}"/>
          </ac:spMkLst>
        </pc:spChg>
        <pc:spChg chg="mod">
          <ac:chgData name="周 耀阳" userId="6260573ca82bfa6b" providerId="LiveId" clId="{A596F79D-D0E5-4A37-811C-5DE5203AED07}" dt="2022-09-19T02:22:50.680" v="4707"/>
          <ac:spMkLst>
            <pc:docMk/>
            <pc:sldMk cId="2044226479" sldId="317"/>
            <ac:spMk id="4" creationId="{164F3EF9-41C6-DC92-2901-E6C1CF7296D3}"/>
          </ac:spMkLst>
        </pc:spChg>
        <pc:spChg chg="mod">
          <ac:chgData name="周 耀阳" userId="6260573ca82bfa6b" providerId="LiveId" clId="{A596F79D-D0E5-4A37-811C-5DE5203AED07}" dt="2022-09-19T02:22:50.680" v="4707"/>
          <ac:spMkLst>
            <pc:docMk/>
            <pc:sldMk cId="2044226479" sldId="317"/>
            <ac:spMk id="5" creationId="{264D1591-0C09-86DE-6620-99282BC383E5}"/>
          </ac:spMkLst>
        </pc:spChg>
        <pc:spChg chg="mod">
          <ac:chgData name="周 耀阳" userId="6260573ca82bfa6b" providerId="LiveId" clId="{A596F79D-D0E5-4A37-811C-5DE5203AED07}" dt="2022-09-19T02:22:50.680" v="4707"/>
          <ac:spMkLst>
            <pc:docMk/>
            <pc:sldMk cId="2044226479" sldId="317"/>
            <ac:spMk id="6" creationId="{8F1D074D-2752-C18A-8C81-CE594A690849}"/>
          </ac:spMkLst>
        </pc:spChg>
      </pc:sldChg>
      <pc:sldChg chg="addSp modSp new mod">
        <pc:chgData name="周 耀阳" userId="6260573ca82bfa6b" providerId="LiveId" clId="{A596F79D-D0E5-4A37-811C-5DE5203AED07}" dt="2022-09-19T02:22:50.680" v="4707"/>
        <pc:sldMkLst>
          <pc:docMk/>
          <pc:sldMk cId="128091859" sldId="318"/>
        </pc:sldMkLst>
        <pc:spChg chg="mod">
          <ac:chgData name="周 耀阳" userId="6260573ca82bfa6b" providerId="LiveId" clId="{A596F79D-D0E5-4A37-811C-5DE5203AED07}" dt="2022-09-19T02:22:50.680" v="4707"/>
          <ac:spMkLst>
            <pc:docMk/>
            <pc:sldMk cId="128091859" sldId="318"/>
            <ac:spMk id="2" creationId="{BB4B8903-5466-7FD1-F3F4-0E1C6DC496A8}"/>
          </ac:spMkLst>
        </pc:spChg>
        <pc:spChg chg="mod">
          <ac:chgData name="周 耀阳" userId="6260573ca82bfa6b" providerId="LiveId" clId="{A596F79D-D0E5-4A37-811C-5DE5203AED07}" dt="2022-09-19T02:22:50.680" v="4707"/>
          <ac:spMkLst>
            <pc:docMk/>
            <pc:sldMk cId="128091859" sldId="318"/>
            <ac:spMk id="3" creationId="{1DA7E07C-2689-38AD-5C88-F642A370EF5E}"/>
          </ac:spMkLst>
        </pc:spChg>
        <pc:spChg chg="mod">
          <ac:chgData name="周 耀阳" userId="6260573ca82bfa6b" providerId="LiveId" clId="{A596F79D-D0E5-4A37-811C-5DE5203AED07}" dt="2022-09-19T02:22:50.680" v="4707"/>
          <ac:spMkLst>
            <pc:docMk/>
            <pc:sldMk cId="128091859" sldId="318"/>
            <ac:spMk id="4" creationId="{043CD483-FE37-9F8F-DD17-7E252913CBA4}"/>
          </ac:spMkLst>
        </pc:spChg>
        <pc:spChg chg="mod">
          <ac:chgData name="周 耀阳" userId="6260573ca82bfa6b" providerId="LiveId" clId="{A596F79D-D0E5-4A37-811C-5DE5203AED07}" dt="2022-09-19T02:22:50.680" v="4707"/>
          <ac:spMkLst>
            <pc:docMk/>
            <pc:sldMk cId="128091859" sldId="318"/>
            <ac:spMk id="5" creationId="{103C9486-0DA4-FA03-D384-6ACF9E55397E}"/>
          </ac:spMkLst>
        </pc:spChg>
        <pc:spChg chg="mod">
          <ac:chgData name="周 耀阳" userId="6260573ca82bfa6b" providerId="LiveId" clId="{A596F79D-D0E5-4A37-811C-5DE5203AED07}" dt="2022-09-19T02:22:50.680" v="4707"/>
          <ac:spMkLst>
            <pc:docMk/>
            <pc:sldMk cId="128091859" sldId="318"/>
            <ac:spMk id="6" creationId="{BFC522A8-AA61-609B-2177-F834653B72A4}"/>
          </ac:spMkLst>
        </pc:spChg>
        <pc:picChg chg="add mod">
          <ac:chgData name="周 耀阳" userId="6260573ca82bfa6b" providerId="LiveId" clId="{A596F79D-D0E5-4A37-811C-5DE5203AED07}" dt="2022-09-05T04:41:35.805" v="4684" actId="1076"/>
          <ac:picMkLst>
            <pc:docMk/>
            <pc:sldMk cId="128091859" sldId="318"/>
            <ac:picMk id="8" creationId="{1750BE06-DD8F-9CA1-8581-3C565238006F}"/>
          </ac:picMkLst>
        </pc:picChg>
      </pc:sldChg>
      <pc:sldChg chg="modSp new mod">
        <pc:chgData name="周 耀阳" userId="6260573ca82bfa6b" providerId="LiveId" clId="{A596F79D-D0E5-4A37-811C-5DE5203AED07}" dt="2022-09-19T02:22:50.680" v="4707"/>
        <pc:sldMkLst>
          <pc:docMk/>
          <pc:sldMk cId="3281316139" sldId="319"/>
        </pc:sldMkLst>
        <pc:spChg chg="mod">
          <ac:chgData name="周 耀阳" userId="6260573ca82bfa6b" providerId="LiveId" clId="{A596F79D-D0E5-4A37-811C-5DE5203AED07}" dt="2022-09-19T02:22:50.680" v="4707"/>
          <ac:spMkLst>
            <pc:docMk/>
            <pc:sldMk cId="3281316139" sldId="319"/>
            <ac:spMk id="2" creationId="{D099B88F-88AD-421D-DD7E-1BD363B57581}"/>
          </ac:spMkLst>
        </pc:spChg>
        <pc:spChg chg="mod">
          <ac:chgData name="周 耀阳" userId="6260573ca82bfa6b" providerId="LiveId" clId="{A596F79D-D0E5-4A37-811C-5DE5203AED07}" dt="2022-09-19T02:22:50.680" v="4707"/>
          <ac:spMkLst>
            <pc:docMk/>
            <pc:sldMk cId="3281316139" sldId="319"/>
            <ac:spMk id="3" creationId="{88C12FF5-0B65-C679-10CA-CD04D5BE4C92}"/>
          </ac:spMkLst>
        </pc:spChg>
        <pc:spChg chg="mod">
          <ac:chgData name="周 耀阳" userId="6260573ca82bfa6b" providerId="LiveId" clId="{A596F79D-D0E5-4A37-811C-5DE5203AED07}" dt="2022-09-19T02:22:50.680" v="4707"/>
          <ac:spMkLst>
            <pc:docMk/>
            <pc:sldMk cId="3281316139" sldId="319"/>
            <ac:spMk id="4" creationId="{CD45AA66-610C-A243-2CEF-5E720039D8CF}"/>
          </ac:spMkLst>
        </pc:spChg>
        <pc:spChg chg="mod">
          <ac:chgData name="周 耀阳" userId="6260573ca82bfa6b" providerId="LiveId" clId="{A596F79D-D0E5-4A37-811C-5DE5203AED07}" dt="2022-09-19T02:22:50.680" v="4707"/>
          <ac:spMkLst>
            <pc:docMk/>
            <pc:sldMk cId="3281316139" sldId="319"/>
            <ac:spMk id="5" creationId="{B0C7317D-3ED6-978B-1D2F-204D7E01B25F}"/>
          </ac:spMkLst>
        </pc:spChg>
        <pc:spChg chg="mod">
          <ac:chgData name="周 耀阳" userId="6260573ca82bfa6b" providerId="LiveId" clId="{A596F79D-D0E5-4A37-811C-5DE5203AED07}" dt="2022-09-19T02:22:50.680" v="4707"/>
          <ac:spMkLst>
            <pc:docMk/>
            <pc:sldMk cId="3281316139" sldId="319"/>
            <ac:spMk id="6" creationId="{91D48322-EF25-932A-94F1-15F05C062B30}"/>
          </ac:spMkLst>
        </pc:spChg>
      </pc:sldChg>
      <pc:sldChg chg="addSp delSp modSp new mod">
        <pc:chgData name="周 耀阳" userId="6260573ca82bfa6b" providerId="LiveId" clId="{A596F79D-D0E5-4A37-811C-5DE5203AED07}" dt="2022-09-19T02:22:50.680" v="4707"/>
        <pc:sldMkLst>
          <pc:docMk/>
          <pc:sldMk cId="1669524759" sldId="320"/>
        </pc:sldMkLst>
        <pc:spChg chg="add del mod">
          <ac:chgData name="周 耀阳" userId="6260573ca82bfa6b" providerId="LiveId" clId="{A596F79D-D0E5-4A37-811C-5DE5203AED07}" dt="2022-09-19T02:22:50.680" v="4707"/>
          <ac:spMkLst>
            <pc:docMk/>
            <pc:sldMk cId="1669524759" sldId="320"/>
            <ac:spMk id="2" creationId="{6FDFCF6F-C13A-EB2C-82BB-CBE49046E128}"/>
          </ac:spMkLst>
        </pc:spChg>
        <pc:spChg chg="mod">
          <ac:chgData name="周 耀阳" userId="6260573ca82bfa6b" providerId="LiveId" clId="{A596F79D-D0E5-4A37-811C-5DE5203AED07}" dt="2022-09-19T02:22:50.680" v="4707"/>
          <ac:spMkLst>
            <pc:docMk/>
            <pc:sldMk cId="1669524759" sldId="320"/>
            <ac:spMk id="3" creationId="{351787E3-2FBD-4D93-5BAE-9D211223D6DC}"/>
          </ac:spMkLst>
        </pc:spChg>
        <pc:spChg chg="mod">
          <ac:chgData name="周 耀阳" userId="6260573ca82bfa6b" providerId="LiveId" clId="{A596F79D-D0E5-4A37-811C-5DE5203AED07}" dt="2022-09-19T02:22:50.680" v="4707"/>
          <ac:spMkLst>
            <pc:docMk/>
            <pc:sldMk cId="1669524759" sldId="320"/>
            <ac:spMk id="4" creationId="{2FEE2475-A528-280F-17F2-0FAD7EA5E7F0}"/>
          </ac:spMkLst>
        </pc:spChg>
        <pc:spChg chg="mod">
          <ac:chgData name="周 耀阳" userId="6260573ca82bfa6b" providerId="LiveId" clId="{A596F79D-D0E5-4A37-811C-5DE5203AED07}" dt="2022-09-19T02:22:50.680" v="4707"/>
          <ac:spMkLst>
            <pc:docMk/>
            <pc:sldMk cId="1669524759" sldId="320"/>
            <ac:spMk id="5" creationId="{B1714130-7C2A-8A4B-F3E2-7BD4717E28A5}"/>
          </ac:spMkLst>
        </pc:spChg>
        <pc:spChg chg="mod">
          <ac:chgData name="周 耀阳" userId="6260573ca82bfa6b" providerId="LiveId" clId="{A596F79D-D0E5-4A37-811C-5DE5203AED07}" dt="2022-09-19T02:22:50.680" v="4707"/>
          <ac:spMkLst>
            <pc:docMk/>
            <pc:sldMk cId="1669524759" sldId="320"/>
            <ac:spMk id="6" creationId="{50DC4ACA-8660-A662-97D3-4897F6C97CB6}"/>
          </ac:spMkLst>
        </pc:spChg>
        <pc:graphicFrameChg chg="add del mod">
          <ac:chgData name="周 耀阳" userId="6260573ca82bfa6b" providerId="LiveId" clId="{A596F79D-D0E5-4A37-811C-5DE5203AED07}" dt="2022-09-05T03:24:34.303" v="4625"/>
          <ac:graphicFrameMkLst>
            <pc:docMk/>
            <pc:sldMk cId="1669524759" sldId="320"/>
            <ac:graphicFrameMk id="9" creationId="{026572A8-4F94-B0DB-6CA7-AEA0A11B356F}"/>
          </ac:graphicFrameMkLst>
        </pc:graphicFrameChg>
        <pc:graphicFrameChg chg="add del mod">
          <ac:chgData name="周 耀阳" userId="6260573ca82bfa6b" providerId="LiveId" clId="{A596F79D-D0E5-4A37-811C-5DE5203AED07}" dt="2022-09-05T03:24:43.539" v="4629"/>
          <ac:graphicFrameMkLst>
            <pc:docMk/>
            <pc:sldMk cId="1669524759" sldId="320"/>
            <ac:graphicFrameMk id="10" creationId="{DB58FCFE-AFE4-3188-54F7-46A1B05CB29A}"/>
          </ac:graphicFrameMkLst>
        </pc:graphicFrameChg>
        <pc:graphicFrameChg chg="add mod modGraphic">
          <ac:chgData name="周 耀阳" userId="6260573ca82bfa6b" providerId="LiveId" clId="{A596F79D-D0E5-4A37-811C-5DE5203AED07}" dt="2022-09-05T03:25:37.805" v="4676" actId="14100"/>
          <ac:graphicFrameMkLst>
            <pc:docMk/>
            <pc:sldMk cId="1669524759" sldId="320"/>
            <ac:graphicFrameMk id="11" creationId="{17635AA0-8319-6497-34D4-EB1F66FCFFF0}"/>
          </ac:graphicFrameMkLst>
        </pc:graphicFrameChg>
        <pc:picChg chg="add mod">
          <ac:chgData name="周 耀阳" userId="6260573ca82bfa6b" providerId="LiveId" clId="{A596F79D-D0E5-4A37-811C-5DE5203AED07}" dt="2022-09-05T03:25:35.035" v="4675" actId="1076"/>
          <ac:picMkLst>
            <pc:docMk/>
            <pc:sldMk cId="1669524759" sldId="320"/>
            <ac:picMk id="8" creationId="{F3AD9714-A672-B145-522E-AE0CC914822E}"/>
          </ac:picMkLst>
        </pc:picChg>
      </pc:sldChg>
      <pc:sldChg chg="modSp new mod">
        <pc:chgData name="周 耀阳" userId="6260573ca82bfa6b" providerId="LiveId" clId="{A596F79D-D0E5-4A37-811C-5DE5203AED07}" dt="2022-09-19T03:36:58.879" v="7414" actId="27636"/>
        <pc:sldMkLst>
          <pc:docMk/>
          <pc:sldMk cId="3978430944" sldId="321"/>
        </pc:sldMkLst>
        <pc:spChg chg="mod">
          <ac:chgData name="周 耀阳" userId="6260573ca82bfa6b" providerId="LiveId" clId="{A596F79D-D0E5-4A37-811C-5DE5203AED07}" dt="2022-09-19T03:36:58.879" v="7414" actId="27636"/>
          <ac:spMkLst>
            <pc:docMk/>
            <pc:sldMk cId="3978430944" sldId="321"/>
            <ac:spMk id="2" creationId="{C9B1C71C-DB33-F7AD-B5EC-07207C98CF52}"/>
          </ac:spMkLst>
        </pc:spChg>
        <pc:spChg chg="mod">
          <ac:chgData name="周 耀阳" userId="6260573ca82bfa6b" providerId="LiveId" clId="{A596F79D-D0E5-4A37-811C-5DE5203AED07}" dt="2022-09-19T02:22:50.680" v="4707"/>
          <ac:spMkLst>
            <pc:docMk/>
            <pc:sldMk cId="3978430944" sldId="321"/>
            <ac:spMk id="3" creationId="{399757AD-7C0A-EA7B-0778-2469687970A8}"/>
          </ac:spMkLst>
        </pc:spChg>
        <pc:spChg chg="mod">
          <ac:chgData name="周 耀阳" userId="6260573ca82bfa6b" providerId="LiveId" clId="{A596F79D-D0E5-4A37-811C-5DE5203AED07}" dt="2022-09-19T02:22:50.680" v="4707"/>
          <ac:spMkLst>
            <pc:docMk/>
            <pc:sldMk cId="3978430944" sldId="321"/>
            <ac:spMk id="4" creationId="{A935CA96-652F-298E-EBA3-917F37C7A17B}"/>
          </ac:spMkLst>
        </pc:spChg>
        <pc:spChg chg="mod">
          <ac:chgData name="周 耀阳" userId="6260573ca82bfa6b" providerId="LiveId" clId="{A596F79D-D0E5-4A37-811C-5DE5203AED07}" dt="2022-09-19T02:22:50.680" v="4707"/>
          <ac:spMkLst>
            <pc:docMk/>
            <pc:sldMk cId="3978430944" sldId="321"/>
            <ac:spMk id="5" creationId="{85F9A20A-9067-6A12-413A-2027AECB5026}"/>
          </ac:spMkLst>
        </pc:spChg>
        <pc:spChg chg="mod">
          <ac:chgData name="周 耀阳" userId="6260573ca82bfa6b" providerId="LiveId" clId="{A596F79D-D0E5-4A37-811C-5DE5203AED07}" dt="2022-09-19T02:22:50.680" v="4707"/>
          <ac:spMkLst>
            <pc:docMk/>
            <pc:sldMk cId="3978430944" sldId="321"/>
            <ac:spMk id="6" creationId="{B0DF8D56-DA90-DBBE-77BA-E17CEBCB4DA5}"/>
          </ac:spMkLst>
        </pc:spChg>
      </pc:sldChg>
      <pc:sldChg chg="add">
        <pc:chgData name="周 耀阳" userId="6260573ca82bfa6b" providerId="LiveId" clId="{A596F79D-D0E5-4A37-811C-5DE5203AED07}" dt="2022-09-19T02:27:23.798" v="4777"/>
        <pc:sldMkLst>
          <pc:docMk/>
          <pc:sldMk cId="0" sldId="322"/>
        </pc:sldMkLst>
      </pc:sldChg>
      <pc:sldChg chg="modSp new mod">
        <pc:chgData name="周 耀阳" userId="6260573ca82bfa6b" providerId="LiveId" clId="{A596F79D-D0E5-4A37-811C-5DE5203AED07}" dt="2022-09-19T02:47:37.191" v="5555" actId="20577"/>
        <pc:sldMkLst>
          <pc:docMk/>
          <pc:sldMk cId="1967169265" sldId="323"/>
        </pc:sldMkLst>
        <pc:spChg chg="mod">
          <ac:chgData name="周 耀阳" userId="6260573ca82bfa6b" providerId="LiveId" clId="{A596F79D-D0E5-4A37-811C-5DE5203AED07}" dt="2022-09-19T02:39:42.721" v="5030"/>
          <ac:spMkLst>
            <pc:docMk/>
            <pc:sldMk cId="1967169265" sldId="323"/>
            <ac:spMk id="2" creationId="{4285F8A6-ED31-83F1-B672-62E785A544DC}"/>
          </ac:spMkLst>
        </pc:spChg>
        <pc:spChg chg="mod">
          <ac:chgData name="周 耀阳" userId="6260573ca82bfa6b" providerId="LiveId" clId="{A596F79D-D0E5-4A37-811C-5DE5203AED07}" dt="2022-09-19T02:47:37.191" v="5555" actId="20577"/>
          <ac:spMkLst>
            <pc:docMk/>
            <pc:sldMk cId="1967169265" sldId="323"/>
            <ac:spMk id="3" creationId="{10F1B840-B196-47E8-6833-3D1E93DA3FC0}"/>
          </ac:spMkLst>
        </pc:spChg>
      </pc:sldChg>
      <pc:sldChg chg="modSp add mod">
        <pc:chgData name="周 耀阳" userId="6260573ca82bfa6b" providerId="LiveId" clId="{A596F79D-D0E5-4A37-811C-5DE5203AED07}" dt="2022-09-19T02:52:38.788" v="5798" actId="15"/>
        <pc:sldMkLst>
          <pc:docMk/>
          <pc:sldMk cId="1037747054" sldId="324"/>
        </pc:sldMkLst>
        <pc:spChg chg="mod">
          <ac:chgData name="周 耀阳" userId="6260573ca82bfa6b" providerId="LiveId" clId="{A596F79D-D0E5-4A37-811C-5DE5203AED07}" dt="2022-09-19T02:48:23.022" v="5583" actId="20577"/>
          <ac:spMkLst>
            <pc:docMk/>
            <pc:sldMk cId="1037747054" sldId="324"/>
            <ac:spMk id="2" creationId="{4285F8A6-ED31-83F1-B672-62E785A544DC}"/>
          </ac:spMkLst>
        </pc:spChg>
        <pc:spChg chg="mod">
          <ac:chgData name="周 耀阳" userId="6260573ca82bfa6b" providerId="LiveId" clId="{A596F79D-D0E5-4A37-811C-5DE5203AED07}" dt="2022-09-19T02:52:38.788" v="5798" actId="15"/>
          <ac:spMkLst>
            <pc:docMk/>
            <pc:sldMk cId="1037747054" sldId="324"/>
            <ac:spMk id="3" creationId="{10F1B840-B196-47E8-6833-3D1E93DA3FC0}"/>
          </ac:spMkLst>
        </pc:spChg>
      </pc:sldChg>
      <pc:sldChg chg="modSp new mod">
        <pc:chgData name="周 耀阳" userId="6260573ca82bfa6b" providerId="LiveId" clId="{A596F79D-D0E5-4A37-811C-5DE5203AED07}" dt="2022-09-19T02:57:49.783" v="5915" actId="20577"/>
        <pc:sldMkLst>
          <pc:docMk/>
          <pc:sldMk cId="2842967018" sldId="325"/>
        </pc:sldMkLst>
        <pc:spChg chg="mod">
          <ac:chgData name="周 耀阳" userId="6260573ca82bfa6b" providerId="LiveId" clId="{A596F79D-D0E5-4A37-811C-5DE5203AED07}" dt="2022-09-19T02:53:08.046" v="5803"/>
          <ac:spMkLst>
            <pc:docMk/>
            <pc:sldMk cId="2842967018" sldId="325"/>
            <ac:spMk id="2" creationId="{D5467604-A31E-4F0B-46F0-1E6B74CCBD0D}"/>
          </ac:spMkLst>
        </pc:spChg>
        <pc:spChg chg="mod">
          <ac:chgData name="周 耀阳" userId="6260573ca82bfa6b" providerId="LiveId" clId="{A596F79D-D0E5-4A37-811C-5DE5203AED07}" dt="2022-09-19T02:57:49.783" v="5915" actId="20577"/>
          <ac:spMkLst>
            <pc:docMk/>
            <pc:sldMk cId="2842967018" sldId="325"/>
            <ac:spMk id="3" creationId="{16B6C45C-4070-6419-8462-52E32134F600}"/>
          </ac:spMkLst>
        </pc:spChg>
      </pc:sldChg>
      <pc:sldChg chg="addSp delSp modSp new mod">
        <pc:chgData name="周 耀阳" userId="6260573ca82bfa6b" providerId="LiveId" clId="{A596F79D-D0E5-4A37-811C-5DE5203AED07}" dt="2022-09-19T03:17:59.787" v="6585"/>
        <pc:sldMkLst>
          <pc:docMk/>
          <pc:sldMk cId="1362753052" sldId="326"/>
        </pc:sldMkLst>
        <pc:spChg chg="mod">
          <ac:chgData name="周 耀阳" userId="6260573ca82bfa6b" providerId="LiveId" clId="{A596F79D-D0E5-4A37-811C-5DE5203AED07}" dt="2022-09-19T02:58:04.030" v="5943" actId="20577"/>
          <ac:spMkLst>
            <pc:docMk/>
            <pc:sldMk cId="1362753052" sldId="326"/>
            <ac:spMk id="2" creationId="{2103287D-692C-D83D-0AE4-E95863FD8C30}"/>
          </ac:spMkLst>
        </pc:spChg>
        <pc:spChg chg="mod">
          <ac:chgData name="周 耀阳" userId="6260573ca82bfa6b" providerId="LiveId" clId="{A596F79D-D0E5-4A37-811C-5DE5203AED07}" dt="2022-09-19T03:13:50.810" v="6397"/>
          <ac:spMkLst>
            <pc:docMk/>
            <pc:sldMk cId="1362753052" sldId="326"/>
            <ac:spMk id="3" creationId="{A6572CFB-37E1-173F-232E-D7ABE701CB6A}"/>
          </ac:spMkLst>
        </pc:spChg>
        <pc:spChg chg="add mod">
          <ac:chgData name="周 耀阳" userId="6260573ca82bfa6b" providerId="LiveId" clId="{A596F79D-D0E5-4A37-811C-5DE5203AED07}" dt="2022-09-19T02:59:48.012" v="6115" actId="164"/>
          <ac:spMkLst>
            <pc:docMk/>
            <pc:sldMk cId="1362753052" sldId="326"/>
            <ac:spMk id="4" creationId="{7562429C-576F-7B48-5A8A-77BD104C65FB}"/>
          </ac:spMkLst>
        </pc:spChg>
        <pc:spChg chg="add mod">
          <ac:chgData name="周 耀阳" userId="6260573ca82bfa6b" providerId="LiveId" clId="{A596F79D-D0E5-4A37-811C-5DE5203AED07}" dt="2022-09-19T03:00:03.944" v="6128" actId="14100"/>
          <ac:spMkLst>
            <pc:docMk/>
            <pc:sldMk cId="1362753052" sldId="326"/>
            <ac:spMk id="5" creationId="{751F11DA-7B87-3D5D-38C6-009AF761591B}"/>
          </ac:spMkLst>
        </pc:spChg>
        <pc:spChg chg="add del mod">
          <ac:chgData name="周 耀阳" userId="6260573ca82bfa6b" providerId="LiveId" clId="{A596F79D-D0E5-4A37-811C-5DE5203AED07}" dt="2022-09-19T03:10:55.523" v="6280" actId="478"/>
          <ac:spMkLst>
            <pc:docMk/>
            <pc:sldMk cId="1362753052" sldId="326"/>
            <ac:spMk id="7" creationId="{E5A865F8-F0EA-AAA0-DA58-4B2069A27ABD}"/>
          </ac:spMkLst>
        </pc:spChg>
        <pc:spChg chg="add mod">
          <ac:chgData name="周 耀阳" userId="6260573ca82bfa6b" providerId="LiveId" clId="{A596F79D-D0E5-4A37-811C-5DE5203AED07}" dt="2022-09-19T03:11:32.048" v="6333" actId="1076"/>
          <ac:spMkLst>
            <pc:docMk/>
            <pc:sldMk cId="1362753052" sldId="326"/>
            <ac:spMk id="8" creationId="{C3DDA9A2-B8F1-290B-41FD-4F0CC8DDF359}"/>
          </ac:spMkLst>
        </pc:spChg>
        <pc:spChg chg="add mod">
          <ac:chgData name="周 耀阳" userId="6260573ca82bfa6b" providerId="LiveId" clId="{A596F79D-D0E5-4A37-811C-5DE5203AED07}" dt="2022-09-19T03:11:32.048" v="6333" actId="1076"/>
          <ac:spMkLst>
            <pc:docMk/>
            <pc:sldMk cId="1362753052" sldId="326"/>
            <ac:spMk id="9" creationId="{98A69616-F6A9-7D81-E70B-25D10F464ACB}"/>
          </ac:spMkLst>
        </pc:spChg>
        <pc:spChg chg="add mod">
          <ac:chgData name="周 耀阳" userId="6260573ca82bfa6b" providerId="LiveId" clId="{A596F79D-D0E5-4A37-811C-5DE5203AED07}" dt="2022-09-19T03:12:14.494" v="6334" actId="13822"/>
          <ac:spMkLst>
            <pc:docMk/>
            <pc:sldMk cId="1362753052" sldId="326"/>
            <ac:spMk id="10" creationId="{9F156E49-480A-72BF-A599-EA62C708CFCF}"/>
          </ac:spMkLst>
        </pc:spChg>
        <pc:spChg chg="add mod">
          <ac:chgData name="周 耀阳" userId="6260573ca82bfa6b" providerId="LiveId" clId="{A596F79D-D0E5-4A37-811C-5DE5203AED07}" dt="2022-09-19T03:12:30.885" v="6343" actId="20577"/>
          <ac:spMkLst>
            <pc:docMk/>
            <pc:sldMk cId="1362753052" sldId="326"/>
            <ac:spMk id="11" creationId="{F14F9C1C-328B-2D62-F779-B78BBC9FD767}"/>
          </ac:spMkLst>
        </pc:spChg>
        <pc:spChg chg="add mod">
          <ac:chgData name="周 耀阳" userId="6260573ca82bfa6b" providerId="LiveId" clId="{A596F79D-D0E5-4A37-811C-5DE5203AED07}" dt="2022-09-19T03:13:10.295" v="6357" actId="13822"/>
          <ac:spMkLst>
            <pc:docMk/>
            <pc:sldMk cId="1362753052" sldId="326"/>
            <ac:spMk id="17" creationId="{86254F48-5396-E89B-C14B-7DE641F3E3F0}"/>
          </ac:spMkLst>
        </pc:spChg>
        <pc:spChg chg="add mod">
          <ac:chgData name="周 耀阳" userId="6260573ca82bfa6b" providerId="LiveId" clId="{A596F79D-D0E5-4A37-811C-5DE5203AED07}" dt="2022-09-19T03:12:35.206" v="6344" actId="571"/>
          <ac:spMkLst>
            <pc:docMk/>
            <pc:sldMk cId="1362753052" sldId="326"/>
            <ac:spMk id="18" creationId="{59836B30-B28B-A698-DA86-ABF7A6312B39}"/>
          </ac:spMkLst>
        </pc:spChg>
        <pc:spChg chg="add mod">
          <ac:chgData name="周 耀阳" userId="6260573ca82bfa6b" providerId="LiveId" clId="{A596F79D-D0E5-4A37-811C-5DE5203AED07}" dt="2022-09-19T03:17:59.787" v="6585"/>
          <ac:spMkLst>
            <pc:docMk/>
            <pc:sldMk cId="1362753052" sldId="326"/>
            <ac:spMk id="19" creationId="{A34AE61F-F694-6C1D-A6C1-329423FE31C9}"/>
          </ac:spMkLst>
        </pc:spChg>
        <pc:spChg chg="add mod">
          <ac:chgData name="周 耀阳" userId="6260573ca82bfa6b" providerId="LiveId" clId="{A596F79D-D0E5-4A37-811C-5DE5203AED07}" dt="2022-09-19T03:12:35.206" v="6344" actId="571"/>
          <ac:spMkLst>
            <pc:docMk/>
            <pc:sldMk cId="1362753052" sldId="326"/>
            <ac:spMk id="20" creationId="{D6FCE5A8-A244-55F0-8AD5-615DF2BD23A9}"/>
          </ac:spMkLst>
        </pc:spChg>
        <pc:spChg chg="add mod">
          <ac:chgData name="周 耀阳" userId="6260573ca82bfa6b" providerId="LiveId" clId="{A596F79D-D0E5-4A37-811C-5DE5203AED07}" dt="2022-09-19T03:13:02.999" v="6356" actId="20577"/>
          <ac:spMkLst>
            <pc:docMk/>
            <pc:sldMk cId="1362753052" sldId="326"/>
            <ac:spMk id="23" creationId="{E7233F67-1B53-233D-DABE-02F0D4B9E135}"/>
          </ac:spMkLst>
        </pc:spChg>
        <pc:grpChg chg="add mod">
          <ac:chgData name="周 耀阳" userId="6260573ca82bfa6b" providerId="LiveId" clId="{A596F79D-D0E5-4A37-811C-5DE5203AED07}" dt="2022-09-19T03:00:06.648" v="6129" actId="14100"/>
          <ac:grpSpMkLst>
            <pc:docMk/>
            <pc:sldMk cId="1362753052" sldId="326"/>
            <ac:grpSpMk id="6" creationId="{F0EB975E-7724-92B4-446B-E402624E5B77}"/>
          </ac:grpSpMkLst>
        </pc:grpChg>
        <pc:cxnChg chg="add del mod">
          <ac:chgData name="周 耀阳" userId="6260573ca82bfa6b" providerId="LiveId" clId="{A596F79D-D0E5-4A37-811C-5DE5203AED07}" dt="2022-09-19T03:10:42.950" v="6277" actId="11529"/>
          <ac:cxnSpMkLst>
            <pc:docMk/>
            <pc:sldMk cId="1362753052" sldId="326"/>
            <ac:cxnSpMk id="13" creationId="{53AC4EFB-21F1-38F7-36A0-94AF52D44951}"/>
          </ac:cxnSpMkLst>
        </pc:cxnChg>
        <pc:cxnChg chg="add mod">
          <ac:chgData name="周 耀阳" userId="6260573ca82bfa6b" providerId="LiveId" clId="{A596F79D-D0E5-4A37-811C-5DE5203AED07}" dt="2022-09-19T03:11:32.048" v="6333" actId="1076"/>
          <ac:cxnSpMkLst>
            <pc:docMk/>
            <pc:sldMk cId="1362753052" sldId="326"/>
            <ac:cxnSpMk id="15" creationId="{80ECE77E-BD49-45BA-4B31-61E344F37530}"/>
          </ac:cxnSpMkLst>
        </pc:cxnChg>
        <pc:cxnChg chg="add mod">
          <ac:chgData name="周 耀阳" userId="6260573ca82bfa6b" providerId="LiveId" clId="{A596F79D-D0E5-4A37-811C-5DE5203AED07}" dt="2022-09-19T03:12:35.206" v="6344" actId="571"/>
          <ac:cxnSpMkLst>
            <pc:docMk/>
            <pc:sldMk cId="1362753052" sldId="326"/>
            <ac:cxnSpMk id="21" creationId="{FB65CA12-81B0-326E-3167-EE4202049DF3}"/>
          </ac:cxnSpMkLst>
        </pc:cxnChg>
        <pc:cxnChg chg="add mod">
          <ac:chgData name="周 耀阳" userId="6260573ca82bfa6b" providerId="LiveId" clId="{A596F79D-D0E5-4A37-811C-5DE5203AED07}" dt="2022-09-19T03:12:47.248" v="6346" actId="571"/>
          <ac:cxnSpMkLst>
            <pc:docMk/>
            <pc:sldMk cId="1362753052" sldId="326"/>
            <ac:cxnSpMk id="24" creationId="{504FB2AA-6391-1048-D865-3919180A210F}"/>
          </ac:cxnSpMkLst>
        </pc:cxnChg>
      </pc:sldChg>
      <pc:sldChg chg="addSp delSp modSp new mod">
        <pc:chgData name="周 耀阳" userId="6260573ca82bfa6b" providerId="LiveId" clId="{A596F79D-D0E5-4A37-811C-5DE5203AED07}" dt="2022-09-19T03:20:58.995" v="6680" actId="20577"/>
        <pc:sldMkLst>
          <pc:docMk/>
          <pc:sldMk cId="2611302707" sldId="327"/>
        </pc:sldMkLst>
        <pc:spChg chg="mod">
          <ac:chgData name="周 耀阳" userId="6260573ca82bfa6b" providerId="LiveId" clId="{A596F79D-D0E5-4A37-811C-5DE5203AED07}" dt="2022-09-19T03:14:05" v="6399"/>
          <ac:spMkLst>
            <pc:docMk/>
            <pc:sldMk cId="2611302707" sldId="327"/>
            <ac:spMk id="2" creationId="{CBE90AE7-0C00-34DA-7283-25750ACDC1E4}"/>
          </ac:spMkLst>
        </pc:spChg>
        <pc:spChg chg="mod">
          <ac:chgData name="周 耀阳" userId="6260573ca82bfa6b" providerId="LiveId" clId="{A596F79D-D0E5-4A37-811C-5DE5203AED07}" dt="2022-09-19T03:20:58.995" v="6680" actId="20577"/>
          <ac:spMkLst>
            <pc:docMk/>
            <pc:sldMk cId="2611302707" sldId="327"/>
            <ac:spMk id="3" creationId="{A0D90C49-B193-545A-525A-61F3AD731BFE}"/>
          </ac:spMkLst>
        </pc:spChg>
        <pc:spChg chg="add mod">
          <ac:chgData name="周 耀阳" userId="6260573ca82bfa6b" providerId="LiveId" clId="{A596F79D-D0E5-4A37-811C-5DE5203AED07}" dt="2022-09-19T03:15:02.136" v="6413" actId="1076"/>
          <ac:spMkLst>
            <pc:docMk/>
            <pc:sldMk cId="2611302707" sldId="327"/>
            <ac:spMk id="4" creationId="{CDA64B9B-B7C5-B1EB-3278-FE0CED7C7954}"/>
          </ac:spMkLst>
        </pc:spChg>
        <pc:spChg chg="add mod">
          <ac:chgData name="周 耀阳" userId="6260573ca82bfa6b" providerId="LiveId" clId="{A596F79D-D0E5-4A37-811C-5DE5203AED07}" dt="2022-09-19T03:15:02.136" v="6413" actId="1076"/>
          <ac:spMkLst>
            <pc:docMk/>
            <pc:sldMk cId="2611302707" sldId="327"/>
            <ac:spMk id="5" creationId="{CED11FA8-E105-93B4-56C0-FC54FEFA31BD}"/>
          </ac:spMkLst>
        </pc:spChg>
        <pc:spChg chg="add mod">
          <ac:chgData name="周 耀阳" userId="6260573ca82bfa6b" providerId="LiveId" clId="{A596F79D-D0E5-4A37-811C-5DE5203AED07}" dt="2022-09-19T03:16:16.426" v="6415" actId="13822"/>
          <ac:spMkLst>
            <pc:docMk/>
            <pc:sldMk cId="2611302707" sldId="327"/>
            <ac:spMk id="6" creationId="{D7AF73FA-D9F1-BCD7-DD26-0363B3CDE21C}"/>
          </ac:spMkLst>
        </pc:spChg>
        <pc:spChg chg="add del mod">
          <ac:chgData name="周 耀阳" userId="6260573ca82bfa6b" providerId="LiveId" clId="{A596F79D-D0E5-4A37-811C-5DE5203AED07}" dt="2022-09-19T03:16:18.583" v="6416" actId="478"/>
          <ac:spMkLst>
            <pc:docMk/>
            <pc:sldMk cId="2611302707" sldId="327"/>
            <ac:spMk id="7" creationId="{403FA132-8ADA-3E01-9E5E-E1EED4951521}"/>
          </ac:spMkLst>
        </pc:spChg>
        <pc:spChg chg="add mod">
          <ac:chgData name="周 耀阳" userId="6260573ca82bfa6b" providerId="LiveId" clId="{A596F79D-D0E5-4A37-811C-5DE5203AED07}" dt="2022-09-19T03:15:02.136" v="6413" actId="1076"/>
          <ac:spMkLst>
            <pc:docMk/>
            <pc:sldMk cId="2611302707" sldId="327"/>
            <ac:spMk id="9" creationId="{8668A765-E897-8991-93DC-0403018D5F1C}"/>
          </ac:spMkLst>
        </pc:spChg>
        <pc:spChg chg="add mod">
          <ac:chgData name="周 耀阳" userId="6260573ca82bfa6b" providerId="LiveId" clId="{A596F79D-D0E5-4A37-811C-5DE5203AED07}" dt="2022-09-19T03:16:29.796" v="6426" actId="20577"/>
          <ac:spMkLst>
            <pc:docMk/>
            <pc:sldMk cId="2611302707" sldId="327"/>
            <ac:spMk id="11" creationId="{567CA4B2-DE37-F63E-0399-7E793D999F7A}"/>
          </ac:spMkLst>
        </pc:spChg>
        <pc:spChg chg="add mod">
          <ac:chgData name="周 耀阳" userId="6260573ca82bfa6b" providerId="LiveId" clId="{A596F79D-D0E5-4A37-811C-5DE5203AED07}" dt="2022-09-19T03:16:58.290" v="6436" actId="108"/>
          <ac:spMkLst>
            <pc:docMk/>
            <pc:sldMk cId="2611302707" sldId="327"/>
            <ac:spMk id="12" creationId="{748BFD4C-92B9-F4FF-04E9-369C6B974350}"/>
          </ac:spMkLst>
        </pc:spChg>
        <pc:spChg chg="add mod">
          <ac:chgData name="周 耀阳" userId="6260573ca82bfa6b" providerId="LiveId" clId="{A596F79D-D0E5-4A37-811C-5DE5203AED07}" dt="2022-09-19T03:18:01.726" v="6586"/>
          <ac:spMkLst>
            <pc:docMk/>
            <pc:sldMk cId="2611302707" sldId="327"/>
            <ac:spMk id="13" creationId="{4886A88D-EF2A-2951-690E-2BA53295F04B}"/>
          </ac:spMkLst>
        </pc:spChg>
        <pc:spChg chg="add mod">
          <ac:chgData name="周 耀阳" userId="6260573ca82bfa6b" providerId="LiveId" clId="{A596F79D-D0E5-4A37-811C-5DE5203AED07}" dt="2022-09-19T03:16:08.944" v="6414" actId="571"/>
          <ac:spMkLst>
            <pc:docMk/>
            <pc:sldMk cId="2611302707" sldId="327"/>
            <ac:spMk id="14" creationId="{F06857A0-20AF-A11C-C3D5-E468816BD03E}"/>
          </ac:spMkLst>
        </pc:spChg>
        <pc:spChg chg="add del mod">
          <ac:chgData name="周 耀阳" userId="6260573ca82bfa6b" providerId="LiveId" clId="{A596F79D-D0E5-4A37-811C-5DE5203AED07}" dt="2022-09-19T03:16:33.474" v="6427" actId="478"/>
          <ac:spMkLst>
            <pc:docMk/>
            <pc:sldMk cId="2611302707" sldId="327"/>
            <ac:spMk id="16" creationId="{7F750C2C-4D12-5744-E92A-EC643D3029A2}"/>
          </ac:spMkLst>
        </pc:spChg>
        <pc:spChg chg="add">
          <ac:chgData name="周 耀阳" userId="6260573ca82bfa6b" providerId="LiveId" clId="{A596F79D-D0E5-4A37-811C-5DE5203AED07}" dt="2022-09-19T03:16:40.623" v="6429" actId="11529"/>
          <ac:spMkLst>
            <pc:docMk/>
            <pc:sldMk cId="2611302707" sldId="327"/>
            <ac:spMk id="18" creationId="{4B91C921-1CC1-85A7-9823-56B6B50BD2F0}"/>
          </ac:spMkLst>
        </pc:spChg>
        <pc:cxnChg chg="add del mod">
          <ac:chgData name="周 耀阳" userId="6260573ca82bfa6b" providerId="LiveId" clId="{A596F79D-D0E5-4A37-811C-5DE5203AED07}" dt="2022-09-19T03:16:19.689" v="6417" actId="478"/>
          <ac:cxnSpMkLst>
            <pc:docMk/>
            <pc:sldMk cId="2611302707" sldId="327"/>
            <ac:cxnSpMk id="8" creationId="{A9F08B78-4F83-14DA-F18D-1EEFC5C01F5F}"/>
          </ac:cxnSpMkLst>
        </pc:cxnChg>
        <pc:cxnChg chg="add mod">
          <ac:chgData name="周 耀阳" userId="6260573ca82bfa6b" providerId="LiveId" clId="{A596F79D-D0E5-4A37-811C-5DE5203AED07}" dt="2022-09-19T03:15:02.136" v="6413" actId="1076"/>
          <ac:cxnSpMkLst>
            <pc:docMk/>
            <pc:sldMk cId="2611302707" sldId="327"/>
            <ac:cxnSpMk id="10" creationId="{76F26ACE-F745-F2AF-2B03-39DC1070A7EC}"/>
          </ac:cxnSpMkLst>
        </pc:cxnChg>
        <pc:cxnChg chg="add mod">
          <ac:chgData name="周 耀阳" userId="6260573ca82bfa6b" providerId="LiveId" clId="{A596F79D-D0E5-4A37-811C-5DE5203AED07}" dt="2022-09-19T03:16:08.944" v="6414" actId="571"/>
          <ac:cxnSpMkLst>
            <pc:docMk/>
            <pc:sldMk cId="2611302707" sldId="327"/>
            <ac:cxnSpMk id="15" creationId="{E50949D9-A92C-0C68-3CFF-4569FB21948D}"/>
          </ac:cxnSpMkLst>
        </pc:cxnChg>
        <pc:cxnChg chg="add del mod">
          <ac:chgData name="周 耀阳" userId="6260573ca82bfa6b" providerId="LiveId" clId="{A596F79D-D0E5-4A37-811C-5DE5203AED07}" dt="2022-09-19T03:16:34.224" v="6428" actId="478"/>
          <ac:cxnSpMkLst>
            <pc:docMk/>
            <pc:sldMk cId="2611302707" sldId="327"/>
            <ac:cxnSpMk id="17" creationId="{DCED67BD-7205-5FAD-6C15-8841A72E42EC}"/>
          </ac:cxnSpMkLst>
        </pc:cxnChg>
      </pc:sldChg>
      <pc:sldChg chg="modSp new mod ord">
        <pc:chgData name="周 耀阳" userId="6260573ca82bfa6b" providerId="LiveId" clId="{A596F79D-D0E5-4A37-811C-5DE5203AED07}" dt="2022-09-19T03:37:43.337" v="7416"/>
        <pc:sldMkLst>
          <pc:docMk/>
          <pc:sldMk cId="2264153344" sldId="328"/>
        </pc:sldMkLst>
        <pc:spChg chg="mod">
          <ac:chgData name="周 耀阳" userId="6260573ca82bfa6b" providerId="LiveId" clId="{A596F79D-D0E5-4A37-811C-5DE5203AED07}" dt="2022-09-19T03:22:56.089" v="6687"/>
          <ac:spMkLst>
            <pc:docMk/>
            <pc:sldMk cId="2264153344" sldId="328"/>
            <ac:spMk id="2" creationId="{C9FA5F76-81C5-BCBA-142D-568B0077478C}"/>
          </ac:spMkLst>
        </pc:spChg>
        <pc:spChg chg="mod">
          <ac:chgData name="周 耀阳" userId="6260573ca82bfa6b" providerId="LiveId" clId="{A596F79D-D0E5-4A37-811C-5DE5203AED07}" dt="2022-09-19T03:32:25.358" v="7197" actId="20577"/>
          <ac:spMkLst>
            <pc:docMk/>
            <pc:sldMk cId="2264153344" sldId="328"/>
            <ac:spMk id="3" creationId="{1394E078-F385-C7F8-A221-E96C4DA3B138}"/>
          </ac:spMkLst>
        </pc:spChg>
      </pc:sldChg>
      <pc:sldMasterChg chg="modSldLayout">
        <pc:chgData name="周 耀阳" userId="6260573ca82bfa6b" providerId="LiveId" clId="{A596F79D-D0E5-4A37-811C-5DE5203AED07}" dt="2022-08-15T02:40:30.849" v="2302" actId="255"/>
        <pc:sldMasterMkLst>
          <pc:docMk/>
          <pc:sldMasterMk cId="2565862569" sldId="2147483666"/>
        </pc:sldMasterMkLst>
        <pc:sldLayoutChg chg="modSp mod">
          <pc:chgData name="周 耀阳" userId="6260573ca82bfa6b" providerId="LiveId" clId="{A596F79D-D0E5-4A37-811C-5DE5203AED07}" dt="2022-08-15T02:40:30.849" v="2302" actId="255"/>
          <pc:sldLayoutMkLst>
            <pc:docMk/>
            <pc:sldMasterMk cId="2565862569" sldId="2147483666"/>
            <pc:sldLayoutMk cId="1676430805" sldId="2147483668"/>
          </pc:sldLayoutMkLst>
          <pc:spChg chg="mod">
            <ac:chgData name="周 耀阳" userId="6260573ca82bfa6b" providerId="LiveId" clId="{A596F79D-D0E5-4A37-811C-5DE5203AED07}" dt="2022-08-15T02:40:30.849" v="2302" actId="255"/>
            <ac:spMkLst>
              <pc:docMk/>
              <pc:sldMasterMk cId="2565862569" sldId="2147483666"/>
              <pc:sldLayoutMk cId="1676430805" sldId="2147483668"/>
              <ac:spMk id="3" creationId="{00000000-0000-0000-0000-000000000000}"/>
            </ac:spMkLst>
          </pc:spChg>
        </pc:sldLayoutChg>
      </pc:sldMasterChg>
      <pc:sldMasterChg chg="modSp mod modSldLayout">
        <pc:chgData name="周 耀阳" userId="6260573ca82bfa6b" providerId="LiveId" clId="{A596F79D-D0E5-4A37-811C-5DE5203AED07}" dt="2022-09-19T02:26:27.826" v="4776" actId="255"/>
        <pc:sldMasterMkLst>
          <pc:docMk/>
          <pc:sldMasterMk cId="32357174" sldId="2147483677"/>
        </pc:sldMasterMkLst>
        <pc:spChg chg="mod">
          <ac:chgData name="周 耀阳" userId="6260573ca82bfa6b" providerId="LiveId" clId="{A596F79D-D0E5-4A37-811C-5DE5203AED07}" dt="2022-09-19T02:24:08.929" v="4754" actId="2711"/>
          <ac:spMkLst>
            <pc:docMk/>
            <pc:sldMasterMk cId="32357174" sldId="2147483677"/>
            <ac:spMk id="2" creationId="{00000000-0000-0000-0000-000000000000}"/>
          </ac:spMkLst>
        </pc:spChg>
        <pc:spChg chg="mod">
          <ac:chgData name="周 耀阳" userId="6260573ca82bfa6b" providerId="LiveId" clId="{A596F79D-D0E5-4A37-811C-5DE5203AED07}" dt="2022-09-19T02:26:27.826" v="4776" actId="255"/>
          <ac:spMkLst>
            <pc:docMk/>
            <pc:sldMasterMk cId="32357174" sldId="2147483677"/>
            <ac:spMk id="3" creationId="{00000000-0000-0000-0000-000000000000}"/>
          </ac:spMkLst>
        </pc:spChg>
        <pc:sldLayoutChg chg="modSp mod">
          <pc:chgData name="周 耀阳" userId="6260573ca82bfa6b" providerId="LiveId" clId="{A596F79D-D0E5-4A37-811C-5DE5203AED07}" dt="2022-09-19T02:24:00.519" v="4749" actId="20577"/>
          <pc:sldLayoutMkLst>
            <pc:docMk/>
            <pc:sldMasterMk cId="32357174" sldId="2147483677"/>
            <pc:sldLayoutMk cId="1290396113" sldId="2147483678"/>
          </pc:sldLayoutMkLst>
          <pc:spChg chg="mod">
            <ac:chgData name="周 耀阳" userId="6260573ca82bfa6b" providerId="LiveId" clId="{A596F79D-D0E5-4A37-811C-5DE5203AED07}" dt="2022-09-19T02:23:47.819" v="4743" actId="20577"/>
            <ac:spMkLst>
              <pc:docMk/>
              <pc:sldMasterMk cId="32357174" sldId="2147483677"/>
              <pc:sldLayoutMk cId="1290396113" sldId="2147483678"/>
              <ac:spMk id="32771" creationId="{00000000-0000-0000-0000-000000000000}"/>
            </ac:spMkLst>
          </pc:spChg>
          <pc:spChg chg="mod">
            <ac:chgData name="周 耀阳" userId="6260573ca82bfa6b" providerId="LiveId" clId="{A596F79D-D0E5-4A37-811C-5DE5203AED07}" dt="2022-09-19T02:24:00.519" v="4749" actId="20577"/>
            <ac:spMkLst>
              <pc:docMk/>
              <pc:sldMasterMk cId="32357174" sldId="2147483677"/>
              <pc:sldLayoutMk cId="1290396113" sldId="2147483678"/>
              <ac:spMk id="32772" creationId="{00000000-0000-0000-0000-000000000000}"/>
            </ac:spMkLst>
          </pc:spChg>
        </pc:sldLayoutChg>
        <pc:sldLayoutChg chg="modSp mod">
          <pc:chgData name="周 耀阳" userId="6260573ca82bfa6b" providerId="LiveId" clId="{A596F79D-D0E5-4A37-811C-5DE5203AED07}" dt="2022-09-19T02:26:22.762" v="4775" actId="255"/>
          <pc:sldLayoutMkLst>
            <pc:docMk/>
            <pc:sldMasterMk cId="32357174" sldId="2147483677"/>
            <pc:sldLayoutMk cId="4190028999" sldId="2147483679"/>
          </pc:sldLayoutMkLst>
          <pc:spChg chg="mod">
            <ac:chgData name="周 耀阳" userId="6260573ca82bfa6b" providerId="LiveId" clId="{A596F79D-D0E5-4A37-811C-5DE5203AED07}" dt="2022-09-19T02:23:22.757" v="4715" actId="2711"/>
            <ac:spMkLst>
              <pc:docMk/>
              <pc:sldMasterMk cId="32357174" sldId="2147483677"/>
              <pc:sldLayoutMk cId="4190028999" sldId="2147483679"/>
              <ac:spMk id="2" creationId="{00000000-0000-0000-0000-000000000000}"/>
            </ac:spMkLst>
          </pc:spChg>
          <pc:spChg chg="mod">
            <ac:chgData name="周 耀阳" userId="6260573ca82bfa6b" providerId="LiveId" clId="{A596F79D-D0E5-4A37-811C-5DE5203AED07}" dt="2022-09-19T02:26:22.762" v="4775" actId="255"/>
            <ac:spMkLst>
              <pc:docMk/>
              <pc:sldMasterMk cId="32357174" sldId="2147483677"/>
              <pc:sldLayoutMk cId="4190028999" sldId="2147483679"/>
              <ac:spMk id="3" creationId="{00000000-0000-0000-0000-000000000000}"/>
            </ac:spMkLst>
          </pc:spChg>
        </pc:sldLayoutChg>
        <pc:sldLayoutChg chg="modSp mod">
          <pc:chgData name="周 耀阳" userId="6260573ca82bfa6b" providerId="LiveId" clId="{A596F79D-D0E5-4A37-811C-5DE5203AED07}" dt="2022-09-19T02:24:45.069" v="4774" actId="2711"/>
          <pc:sldLayoutMkLst>
            <pc:docMk/>
            <pc:sldMasterMk cId="32357174" sldId="2147483677"/>
            <pc:sldLayoutMk cId="3409983921" sldId="2147483681"/>
          </pc:sldLayoutMkLst>
          <pc:spChg chg="mod">
            <ac:chgData name="周 耀阳" userId="6260573ca82bfa6b" providerId="LiveId" clId="{A596F79D-D0E5-4A37-811C-5DE5203AED07}" dt="2022-09-19T02:24:34.128" v="4764" actId="2711"/>
            <ac:spMkLst>
              <pc:docMk/>
              <pc:sldMasterMk cId="32357174" sldId="2147483677"/>
              <pc:sldLayoutMk cId="3409983921" sldId="2147483681"/>
              <ac:spMk id="2" creationId="{00000000-0000-0000-0000-000000000000}"/>
            </ac:spMkLst>
          </pc:spChg>
          <pc:spChg chg="mod">
            <ac:chgData name="周 耀阳" userId="6260573ca82bfa6b" providerId="LiveId" clId="{A596F79D-D0E5-4A37-811C-5DE5203AED07}" dt="2022-09-19T02:24:39.438" v="4769" actId="2711"/>
            <ac:spMkLst>
              <pc:docMk/>
              <pc:sldMasterMk cId="32357174" sldId="2147483677"/>
              <pc:sldLayoutMk cId="3409983921" sldId="2147483681"/>
              <ac:spMk id="3" creationId="{00000000-0000-0000-0000-000000000000}"/>
            </ac:spMkLst>
          </pc:spChg>
          <pc:spChg chg="mod">
            <ac:chgData name="周 耀阳" userId="6260573ca82bfa6b" providerId="LiveId" clId="{A596F79D-D0E5-4A37-811C-5DE5203AED07}" dt="2022-09-19T02:24:45.069" v="4774" actId="2711"/>
            <ac:spMkLst>
              <pc:docMk/>
              <pc:sldMasterMk cId="32357174" sldId="2147483677"/>
              <pc:sldLayoutMk cId="3409983921" sldId="2147483681"/>
              <ac:spMk id="8" creationId="{820C81BA-515B-4D7D-BECE-606F05C53031}"/>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1EBE8-1E8A-4A14-AAD6-F72E84A1B77C}" type="datetimeFigureOut">
              <a:rPr lang="zh-CN" altLang="en-US" smtClean="0"/>
              <a:t>2023/3/14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C0D0FE-ADEC-4223-8B5A-1EABC3E2D0D1}" type="slidenum">
              <a:rPr lang="zh-CN" altLang="en-US" smtClean="0"/>
              <a:t>‹#›</a:t>
            </a:fld>
            <a:endParaRPr lang="zh-CN" altLang="en-US"/>
          </a:p>
        </p:txBody>
      </p:sp>
    </p:spTree>
    <p:extLst>
      <p:ext uri="{BB962C8B-B14F-4D97-AF65-F5344CB8AC3E}">
        <p14:creationId xmlns:p14="http://schemas.microsoft.com/office/powerpoint/2010/main" val="2897500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rial" panose="020B0604020202020204" pitchFamily="34" charset="0"/>
              </a:rPr>
              <a:t>In this case, the best application throughput is obtained for transfer granularities between 64kB and 1MB when the number of threads used for the transfers is more than 128</a:t>
            </a:r>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21</a:t>
            </a:fld>
            <a:endParaRPr lang="zh-CN" altLang="en-US"/>
          </a:p>
        </p:txBody>
      </p:sp>
    </p:spTree>
    <p:extLst>
      <p:ext uri="{BB962C8B-B14F-4D97-AF65-F5344CB8AC3E}">
        <p14:creationId xmlns:p14="http://schemas.microsoft.com/office/powerpoint/2010/main" val="3917971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22</a:t>
            </a:fld>
            <a:endParaRPr lang="zh-CN" altLang="en-US"/>
          </a:p>
        </p:txBody>
      </p:sp>
    </p:spTree>
    <p:extLst>
      <p:ext uri="{BB962C8B-B14F-4D97-AF65-F5344CB8AC3E}">
        <p14:creationId xmlns:p14="http://schemas.microsoft.com/office/powerpoint/2010/main" val="586279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23</a:t>
            </a:fld>
            <a:endParaRPr lang="zh-CN" altLang="en-US"/>
          </a:p>
        </p:txBody>
      </p:sp>
    </p:spTree>
    <p:extLst>
      <p:ext uri="{BB962C8B-B14F-4D97-AF65-F5344CB8AC3E}">
        <p14:creationId xmlns:p14="http://schemas.microsoft.com/office/powerpoint/2010/main" val="1363409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24</a:t>
            </a:fld>
            <a:endParaRPr lang="zh-CN" altLang="en-US"/>
          </a:p>
        </p:txBody>
      </p:sp>
    </p:spTree>
    <p:extLst>
      <p:ext uri="{BB962C8B-B14F-4D97-AF65-F5344CB8AC3E}">
        <p14:creationId xmlns:p14="http://schemas.microsoft.com/office/powerpoint/2010/main" val="21112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25</a:t>
            </a:fld>
            <a:endParaRPr lang="zh-CN" altLang="en-US"/>
          </a:p>
        </p:txBody>
      </p:sp>
    </p:spTree>
    <p:extLst>
      <p:ext uri="{BB962C8B-B14F-4D97-AF65-F5344CB8AC3E}">
        <p14:creationId xmlns:p14="http://schemas.microsoft.com/office/powerpoint/2010/main" val="1577097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26</a:t>
            </a:fld>
            <a:endParaRPr lang="zh-CN" altLang="en-US"/>
          </a:p>
        </p:txBody>
      </p:sp>
    </p:spTree>
    <p:extLst>
      <p:ext uri="{BB962C8B-B14F-4D97-AF65-F5344CB8AC3E}">
        <p14:creationId xmlns:p14="http://schemas.microsoft.com/office/powerpoint/2010/main" val="1926946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27</a:t>
            </a:fld>
            <a:endParaRPr lang="zh-CN" altLang="en-US"/>
          </a:p>
        </p:txBody>
      </p:sp>
    </p:spTree>
    <p:extLst>
      <p:ext uri="{BB962C8B-B14F-4D97-AF65-F5344CB8AC3E}">
        <p14:creationId xmlns:p14="http://schemas.microsoft.com/office/powerpoint/2010/main" val="13935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28</a:t>
            </a:fld>
            <a:endParaRPr lang="zh-CN" altLang="en-US"/>
          </a:p>
        </p:txBody>
      </p:sp>
    </p:spTree>
    <p:extLst>
      <p:ext uri="{BB962C8B-B14F-4D97-AF65-F5344CB8AC3E}">
        <p14:creationId xmlns:p14="http://schemas.microsoft.com/office/powerpoint/2010/main" val="232540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29</a:t>
            </a:fld>
            <a:endParaRPr lang="zh-CN" altLang="en-US"/>
          </a:p>
        </p:txBody>
      </p:sp>
    </p:spTree>
    <p:extLst>
      <p:ext uri="{BB962C8B-B14F-4D97-AF65-F5344CB8AC3E}">
        <p14:creationId xmlns:p14="http://schemas.microsoft.com/office/powerpoint/2010/main" val="3920291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30</a:t>
            </a:fld>
            <a:endParaRPr lang="zh-CN" altLang="en-US"/>
          </a:p>
        </p:txBody>
      </p:sp>
    </p:spTree>
    <p:extLst>
      <p:ext uri="{BB962C8B-B14F-4D97-AF65-F5344CB8AC3E}">
        <p14:creationId xmlns:p14="http://schemas.microsoft.com/office/powerpoint/2010/main" val="3602577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31</a:t>
            </a:fld>
            <a:endParaRPr lang="zh-CN" altLang="en-US"/>
          </a:p>
        </p:txBody>
      </p:sp>
    </p:spTree>
    <p:extLst>
      <p:ext uri="{BB962C8B-B14F-4D97-AF65-F5344CB8AC3E}">
        <p14:creationId xmlns:p14="http://schemas.microsoft.com/office/powerpoint/2010/main" val="4192710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rial" panose="020B0604020202020204" pitchFamily="34" charset="0"/>
              </a:rPr>
              <a:t>As the producer kernel produces data, it also updates the atomic counters, maintained at a different location in memory. The transfer agent polls these counters, and when the expected value is observed, the transfer starts.</a:t>
            </a:r>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32</a:t>
            </a:fld>
            <a:endParaRPr lang="zh-CN" altLang="en-US"/>
          </a:p>
        </p:txBody>
      </p:sp>
    </p:spTree>
    <p:extLst>
      <p:ext uri="{BB962C8B-B14F-4D97-AF65-F5344CB8AC3E}">
        <p14:creationId xmlns:p14="http://schemas.microsoft.com/office/powerpoint/2010/main" val="41786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33</a:t>
            </a:fld>
            <a:endParaRPr lang="zh-CN" altLang="en-US"/>
          </a:p>
        </p:txBody>
      </p:sp>
    </p:spTree>
    <p:extLst>
      <p:ext uri="{BB962C8B-B14F-4D97-AF65-F5344CB8AC3E}">
        <p14:creationId xmlns:p14="http://schemas.microsoft.com/office/powerpoint/2010/main" val="2122466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34</a:t>
            </a:fld>
            <a:endParaRPr lang="zh-CN" altLang="en-US"/>
          </a:p>
        </p:txBody>
      </p:sp>
    </p:spTree>
    <p:extLst>
      <p:ext uri="{BB962C8B-B14F-4D97-AF65-F5344CB8AC3E}">
        <p14:creationId xmlns:p14="http://schemas.microsoft.com/office/powerpoint/2010/main" val="37277436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35</a:t>
            </a:fld>
            <a:endParaRPr lang="zh-CN" altLang="en-US"/>
          </a:p>
        </p:txBody>
      </p:sp>
    </p:spTree>
    <p:extLst>
      <p:ext uri="{BB962C8B-B14F-4D97-AF65-F5344CB8AC3E}">
        <p14:creationId xmlns:p14="http://schemas.microsoft.com/office/powerpoint/2010/main" val="3674569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36</a:t>
            </a:fld>
            <a:endParaRPr lang="zh-CN" altLang="en-US"/>
          </a:p>
        </p:txBody>
      </p:sp>
    </p:spTree>
    <p:extLst>
      <p:ext uri="{BB962C8B-B14F-4D97-AF65-F5344CB8AC3E}">
        <p14:creationId xmlns:p14="http://schemas.microsoft.com/office/powerpoint/2010/main" val="28094907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37</a:t>
            </a:fld>
            <a:endParaRPr lang="zh-CN" altLang="en-US"/>
          </a:p>
        </p:txBody>
      </p:sp>
    </p:spTree>
    <p:extLst>
      <p:ext uri="{BB962C8B-B14F-4D97-AF65-F5344CB8AC3E}">
        <p14:creationId xmlns:p14="http://schemas.microsoft.com/office/powerpoint/2010/main" val="19826341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38</a:t>
            </a:fld>
            <a:endParaRPr lang="zh-CN" altLang="en-US"/>
          </a:p>
        </p:txBody>
      </p:sp>
    </p:spTree>
    <p:extLst>
      <p:ext uri="{BB962C8B-B14F-4D97-AF65-F5344CB8AC3E}">
        <p14:creationId xmlns:p14="http://schemas.microsoft.com/office/powerpoint/2010/main" val="27904315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39</a:t>
            </a:fld>
            <a:endParaRPr lang="zh-CN" altLang="en-US"/>
          </a:p>
        </p:txBody>
      </p:sp>
    </p:spTree>
    <p:extLst>
      <p:ext uri="{BB962C8B-B14F-4D97-AF65-F5344CB8AC3E}">
        <p14:creationId xmlns:p14="http://schemas.microsoft.com/office/powerpoint/2010/main" val="27033327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rial" panose="020B0604020202020204" pitchFamily="34" charset="0"/>
              </a:rPr>
              <a:t>Figure 6 shows the performance of the microbenchmark when varying the granularity for decoupled transfers from 4KB to 256MB, where each source thread block generates 4KB of data</a:t>
            </a:r>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40</a:t>
            </a:fld>
            <a:endParaRPr lang="zh-CN" altLang="en-US"/>
          </a:p>
        </p:txBody>
      </p:sp>
    </p:spTree>
    <p:extLst>
      <p:ext uri="{BB962C8B-B14F-4D97-AF65-F5344CB8AC3E}">
        <p14:creationId xmlns:p14="http://schemas.microsoft.com/office/powerpoint/2010/main" val="39500220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41</a:t>
            </a:fld>
            <a:endParaRPr lang="zh-CN" altLang="en-US"/>
          </a:p>
        </p:txBody>
      </p:sp>
    </p:spTree>
    <p:extLst>
      <p:ext uri="{BB962C8B-B14F-4D97-AF65-F5344CB8AC3E}">
        <p14:creationId xmlns:p14="http://schemas.microsoft.com/office/powerpoint/2010/main" val="24190938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rial" panose="020B0604020202020204" pitchFamily="34" charset="0"/>
              </a:rPr>
              <a:t>the degree the data transfer kernel interferes with the parent computation depends on the number of warps in the data transfer kernel and again varies across GPU platforms. Thus, per GPU platform, the highest-performing data transfer mechanism varies across transfer granularity, transfer mechanism (DMA vs. fine-grained), and transfer agent type (polling vs. CUDA dynamic parallelism)</a:t>
            </a:r>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42</a:t>
            </a:fld>
            <a:endParaRPr lang="zh-CN" altLang="en-US"/>
          </a:p>
        </p:txBody>
      </p:sp>
    </p:spTree>
    <p:extLst>
      <p:ext uri="{BB962C8B-B14F-4D97-AF65-F5344CB8AC3E}">
        <p14:creationId xmlns:p14="http://schemas.microsoft.com/office/powerpoint/2010/main" val="41511351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rial" panose="020B0604020202020204" pitchFamily="34" charset="0"/>
              </a:rPr>
              <a:t>Figure 7 shows the speedups achievable on a 4-GPU system over a single GPU across three different GPU generations</a:t>
            </a:r>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43</a:t>
            </a:fld>
            <a:endParaRPr lang="zh-CN" altLang="en-US"/>
          </a:p>
        </p:txBody>
      </p:sp>
    </p:spTree>
    <p:extLst>
      <p:ext uri="{BB962C8B-B14F-4D97-AF65-F5344CB8AC3E}">
        <p14:creationId xmlns:p14="http://schemas.microsoft.com/office/powerpoint/2010/main" val="37026617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rial" panose="020B0604020202020204" pitchFamily="34" charset="0"/>
              </a:rPr>
              <a:t>Figure 7 shows the speedups achievable on a 4-GPU system over a single GPU across three different GPU generations</a:t>
            </a:r>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44</a:t>
            </a:fld>
            <a:endParaRPr lang="zh-CN" altLang="en-US"/>
          </a:p>
        </p:txBody>
      </p:sp>
    </p:spTree>
    <p:extLst>
      <p:ext uri="{BB962C8B-B14F-4D97-AF65-F5344CB8AC3E}">
        <p14:creationId xmlns:p14="http://schemas.microsoft.com/office/powerpoint/2010/main" val="16638132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rial" panose="020B0604020202020204" pitchFamily="34" charset="0"/>
              </a:rPr>
              <a:t>even with programmer-directed hints, traditional fault-based UM can not be relied upon to achieve peak performance. Thus, compared with different communication paradigms, the benefits of PROACT (both inline and decoupled) over </a:t>
            </a:r>
            <a:r>
              <a:rPr lang="en-US" altLang="zh-CN" b="0" i="0" dirty="0" err="1">
                <a:effectLst/>
                <a:latin typeface="Arial" panose="020B0604020202020204" pitchFamily="34" charset="0"/>
              </a:rPr>
              <a:t>cudaMemcpy</a:t>
            </a:r>
            <a:r>
              <a:rPr lang="en-US" altLang="zh-CN" b="0" i="0" dirty="0">
                <a:effectLst/>
                <a:latin typeface="Arial" panose="020B0604020202020204" pitchFamily="34" charset="0"/>
              </a:rPr>
              <a:t> come from its ability to overlap compute and communication, and the benefits over UM come from avoiding expensive page faulting and migration. PROACT-decoupled performs better than PROACT-inline when the higher interconnect efficiency achieved by decoupling outweighs the overheads on the compute kernel and vice-versa</a:t>
            </a:r>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45</a:t>
            </a:fld>
            <a:endParaRPr lang="zh-CN" altLang="en-US"/>
          </a:p>
        </p:txBody>
      </p:sp>
    </p:spTree>
    <p:extLst>
      <p:ext uri="{BB962C8B-B14F-4D97-AF65-F5344CB8AC3E}">
        <p14:creationId xmlns:p14="http://schemas.microsoft.com/office/powerpoint/2010/main" val="29865832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rial" panose="020B0604020202020204" pitchFamily="34" charset="0"/>
              </a:rPr>
              <a:t>The difference between the runtime with and without the data transfer operations reveals the portion of transfer time that is not overlapped. We then determine the fraction of overlap by comparing the non-overlapped transfer time to the baseline duplication time with </a:t>
            </a:r>
            <a:r>
              <a:rPr lang="en-US" altLang="zh-CN" b="0" i="0" dirty="0" err="1">
                <a:effectLst/>
                <a:latin typeface="Courier New" panose="02070309020205020404" pitchFamily="49" charset="0"/>
              </a:rPr>
              <a:t>cudaMemcpy</a:t>
            </a:r>
            <a:r>
              <a:rPr lang="en-US" altLang="zh-CN" b="0" i="0" dirty="0">
                <a:effectLst/>
                <a:latin typeface="Arial" panose="020B0604020202020204" pitchFamily="34" charset="0"/>
              </a:rPr>
              <a:t>, reported in Figure 9.</a:t>
            </a:r>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46</a:t>
            </a:fld>
            <a:endParaRPr lang="zh-CN" altLang="en-US"/>
          </a:p>
        </p:txBody>
      </p:sp>
    </p:spTree>
    <p:extLst>
      <p:ext uri="{BB962C8B-B14F-4D97-AF65-F5344CB8AC3E}">
        <p14:creationId xmlns:p14="http://schemas.microsoft.com/office/powerpoint/2010/main" val="18886588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rial" panose="020B0604020202020204" pitchFamily="34" charset="0"/>
              </a:rPr>
              <a:t>Figure 10 shows the absolute speedup that PROACT achieves on Kepler, Pascal, and Volta for systems with up to 4, 4, and 16 GPUs, respectively.</a:t>
            </a:r>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47</a:t>
            </a:fld>
            <a:endParaRPr lang="zh-CN" altLang="en-US"/>
          </a:p>
        </p:txBody>
      </p:sp>
    </p:spTree>
    <p:extLst>
      <p:ext uri="{BB962C8B-B14F-4D97-AF65-F5344CB8AC3E}">
        <p14:creationId xmlns:p14="http://schemas.microsoft.com/office/powerpoint/2010/main" val="39609975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rial" panose="020B0604020202020204" pitchFamily="34" charset="0"/>
              </a:rPr>
              <a:t>as the number of GPUs increases to four (on the Kepler- and Pascal-based systems), and five-</a:t>
            </a:r>
            <a:r>
              <a:rPr lang="en-US" altLang="zh-CN" b="0" i="0" dirty="0" err="1">
                <a:effectLst/>
                <a:latin typeface="Arial" panose="020B0604020202020204" pitchFamily="34" charset="0"/>
              </a:rPr>
              <a:t>sixon</a:t>
            </a:r>
            <a:r>
              <a:rPr lang="en-US" altLang="zh-CN" b="0" i="0" dirty="0">
                <a:effectLst/>
                <a:latin typeface="Arial" panose="020B0604020202020204" pitchFamily="34" charset="0"/>
              </a:rPr>
              <a:t> the Volta-based system, performance with </a:t>
            </a:r>
            <a:r>
              <a:rPr lang="en-US" altLang="zh-CN" b="0" i="0" dirty="0" err="1">
                <a:effectLst/>
                <a:latin typeface="Courier New" panose="02070309020205020404" pitchFamily="49" charset="0"/>
              </a:rPr>
              <a:t>cudaMemcpy</a:t>
            </a:r>
            <a:r>
              <a:rPr lang="en-US" altLang="zh-CN" b="0" i="0" dirty="0">
                <a:effectLst/>
                <a:latin typeface="Courier New" panose="02070309020205020404" pitchFamily="49" charset="0"/>
              </a:rPr>
              <a:t> </a:t>
            </a:r>
            <a:r>
              <a:rPr lang="en-US" altLang="zh-CN" b="0" i="0" dirty="0">
                <a:effectLst/>
                <a:latin typeface="Arial" panose="020B0604020202020204" pitchFamily="34" charset="0"/>
              </a:rPr>
              <a:t>flattens and even begins decreasing</a:t>
            </a:r>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48</a:t>
            </a:fld>
            <a:endParaRPr lang="zh-CN" altLang="en-US"/>
          </a:p>
        </p:txBody>
      </p:sp>
    </p:spTree>
    <p:extLst>
      <p:ext uri="{BB962C8B-B14F-4D97-AF65-F5344CB8AC3E}">
        <p14:creationId xmlns:p14="http://schemas.microsoft.com/office/powerpoint/2010/main" val="36513437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C0D0FE-ADEC-4223-8B5A-1EABC3E2D0D1}" type="slidenum">
              <a:rPr lang="zh-CN" altLang="en-US" smtClean="0"/>
              <a:t>49</a:t>
            </a:fld>
            <a:endParaRPr lang="zh-CN" altLang="en-US"/>
          </a:p>
        </p:txBody>
      </p:sp>
    </p:spTree>
    <p:extLst>
      <p:ext uri="{BB962C8B-B14F-4D97-AF65-F5344CB8AC3E}">
        <p14:creationId xmlns:p14="http://schemas.microsoft.com/office/powerpoint/2010/main" val="19365162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4" name="Rectangle 3"/>
          <p:cNvSpPr/>
          <p:nvPr/>
        </p:nvSpPr>
        <p:spPr>
          <a:xfrm>
            <a:off x="6096000" y="6477000"/>
            <a:ext cx="6096000" cy="381000"/>
          </a:xfrm>
          <a:prstGeom prst="rect">
            <a:avLst/>
          </a:prstGeom>
          <a:solidFill>
            <a:srgbClr val="3333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5" name="Rectangle 4"/>
          <p:cNvSpPr/>
          <p:nvPr/>
        </p:nvSpPr>
        <p:spPr>
          <a:xfrm>
            <a:off x="0" y="6477000"/>
            <a:ext cx="6096000" cy="381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6" name="Rounded Rectangle 5"/>
          <p:cNvSpPr/>
          <p:nvPr/>
        </p:nvSpPr>
        <p:spPr>
          <a:xfrm>
            <a:off x="711200" y="1295400"/>
            <a:ext cx="10888133" cy="1689100"/>
          </a:xfrm>
          <a:prstGeom prst="roundRect">
            <a:avLst/>
          </a:prstGeom>
          <a:solidFill>
            <a:srgbClr val="3333B2"/>
          </a:solidFill>
          <a:ln>
            <a:solidFill>
              <a:srgbClr val="3333B2"/>
            </a:solidFill>
          </a:ln>
          <a:effectLst>
            <a:outerShdw blurRad="114300" dist="152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TextBox 6"/>
          <p:cNvSpPr txBox="1"/>
          <p:nvPr/>
        </p:nvSpPr>
        <p:spPr>
          <a:xfrm>
            <a:off x="1428752" y="6488114"/>
            <a:ext cx="4667249" cy="369887"/>
          </a:xfrm>
          <a:prstGeom prst="rect">
            <a:avLst/>
          </a:prstGeom>
          <a:noFill/>
        </p:spPr>
        <p:txBody>
          <a:bodyPr anchor="ctr"/>
          <a:lstStyle/>
          <a:p>
            <a:pPr algn="r" fontAlgn="auto">
              <a:spcBef>
                <a:spcPts val="0"/>
              </a:spcBef>
              <a:spcAft>
                <a:spcPts val="0"/>
              </a:spcAft>
              <a:defRPr/>
            </a:pPr>
            <a:r>
              <a:rPr lang="zh-CN" altLang="en-US" sz="1200" dirty="0">
                <a:solidFill>
                  <a:schemeClr val="bg1"/>
                </a:solidFill>
                <a:latin typeface="微软雅黑" panose="020B0503020204020204" pitchFamily="34" charset="-122"/>
                <a:ea typeface="微软雅黑" panose="020B0503020204020204" pitchFamily="34" charset="-122"/>
                <a:cs typeface="+mn-cs"/>
              </a:rPr>
              <a:t>周耀阳</a:t>
            </a:r>
            <a:endParaRPr lang="en-US" sz="1200" dirty="0">
              <a:solidFill>
                <a:schemeClr val="bg1"/>
              </a:solidFill>
              <a:latin typeface="微软雅黑" panose="020B0503020204020204" pitchFamily="34" charset="-122"/>
              <a:ea typeface="微软雅黑" panose="020B0503020204020204" pitchFamily="34" charset="-122"/>
              <a:cs typeface="+mn-cs"/>
            </a:endParaRPr>
          </a:p>
        </p:txBody>
      </p:sp>
      <p:sp>
        <p:nvSpPr>
          <p:cNvPr id="2" name="Title 1"/>
          <p:cNvSpPr>
            <a:spLocks noGrp="1"/>
          </p:cNvSpPr>
          <p:nvPr>
            <p:ph type="ctrTitle"/>
          </p:nvPr>
        </p:nvSpPr>
        <p:spPr>
          <a:xfrm>
            <a:off x="812800" y="1447800"/>
            <a:ext cx="10363200" cy="838200"/>
          </a:xfrm>
        </p:spPr>
        <p:txBody>
          <a:bodyPr/>
          <a:lstStyle>
            <a:lvl1pPr>
              <a:defRPr baseline="0">
                <a:solidFill>
                  <a:schemeClr val="bg1"/>
                </a:solidFill>
              </a:defRPr>
            </a:lvl1pPr>
          </a:lstStyle>
          <a:p>
            <a:r>
              <a:rPr lang="zh-CN" altLang="en-US"/>
              <a:t>单击此处编辑母版标题样式</a:t>
            </a:r>
            <a:endParaRPr lang="en-US" dirty="0"/>
          </a:p>
        </p:txBody>
      </p:sp>
      <p:sp>
        <p:nvSpPr>
          <p:cNvPr id="9" name="Footer Placeholder 4"/>
          <p:cNvSpPr>
            <a:spLocks noGrp="1"/>
          </p:cNvSpPr>
          <p:nvPr>
            <p:ph type="ftr" sz="quarter" idx="11"/>
          </p:nvPr>
        </p:nvSpPr>
        <p:spPr>
          <a:xfrm>
            <a:off x="6096000" y="6492876"/>
            <a:ext cx="4572000" cy="365125"/>
          </a:xfrm>
        </p:spPr>
        <p:txBody>
          <a:bodyPr/>
          <a:lstStyle>
            <a:lvl1pPr algn="l">
              <a:defRPr baseline="0" smtClean="0">
                <a:solidFill>
                  <a:schemeClr val="bg1"/>
                </a:solidFill>
                <a:latin typeface="Gill Sans MT" panose="020B0502020104020203" pitchFamily="34" charset="0"/>
                <a:ea typeface="微软雅黑" panose="020B0503020204020204" pitchFamily="34" charset="-122"/>
              </a:defRPr>
            </a:lvl1pPr>
          </a:lstStyle>
          <a:p>
            <a:r>
              <a:rPr lang="en-US" altLang="zh-CN" dirty="0"/>
              <a:t>ICT, CAS</a:t>
            </a:r>
            <a:endParaRPr lang="zh-CN" altLang="en-US" dirty="0"/>
          </a:p>
        </p:txBody>
      </p:sp>
      <p:sp>
        <p:nvSpPr>
          <p:cNvPr id="10" name="Slide Number Placeholder 5"/>
          <p:cNvSpPr>
            <a:spLocks noGrp="1"/>
          </p:cNvSpPr>
          <p:nvPr>
            <p:ph type="sldNum" sz="quarter" idx="12"/>
          </p:nvPr>
        </p:nvSpPr>
        <p:spPr>
          <a:xfrm>
            <a:off x="10668000" y="6492876"/>
            <a:ext cx="1524000" cy="365125"/>
          </a:xfrm>
        </p:spPr>
        <p:txBody>
          <a:bodyPr/>
          <a:lstStyle>
            <a:lvl1pPr>
              <a:defRPr baseline="0" smtClean="0">
                <a:solidFill>
                  <a:schemeClr val="bg1"/>
                </a:solidFill>
              </a:defRPr>
            </a:lvl1pPr>
          </a:lstStyle>
          <a:p>
            <a:fld id="{F7109EFE-30FD-48E2-8926-8E5845D27B82}" type="slidenum">
              <a:rPr lang="zh-CN" altLang="en-US" smtClean="0"/>
              <a:t>‹#›</a:t>
            </a:fld>
            <a:endParaRPr lang="zh-CN" altLang="en-US"/>
          </a:p>
        </p:txBody>
      </p:sp>
      <p:sp>
        <p:nvSpPr>
          <p:cNvPr id="15" name="Rectangle 14"/>
          <p:cNvSpPr/>
          <p:nvPr/>
        </p:nvSpPr>
        <p:spPr>
          <a:xfrm>
            <a:off x="6074611" y="-12032"/>
            <a:ext cx="6117389" cy="774032"/>
          </a:xfrm>
          <a:prstGeom prst="rect">
            <a:avLst/>
          </a:prstGeom>
          <a:solidFill>
            <a:srgbClr val="3333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16" name="Rectangle 15"/>
          <p:cNvSpPr/>
          <p:nvPr/>
        </p:nvSpPr>
        <p:spPr>
          <a:xfrm>
            <a:off x="-21389" y="-12032"/>
            <a:ext cx="6096000" cy="7740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11" name="Date Placeholder 4">
            <a:extLst>
              <a:ext uri="{FF2B5EF4-FFF2-40B4-BE49-F238E27FC236}">
                <a16:creationId xmlns:a16="http://schemas.microsoft.com/office/drawing/2014/main" id="{E5A9E295-B721-418A-9457-DEBA6E3F8950}"/>
              </a:ext>
            </a:extLst>
          </p:cNvPr>
          <p:cNvSpPr>
            <a:spLocks noGrp="1"/>
          </p:cNvSpPr>
          <p:nvPr>
            <p:ph type="dt" sz="half" idx="10"/>
          </p:nvPr>
        </p:nvSpPr>
        <p:spPr>
          <a:xfrm>
            <a:off x="0" y="6492876"/>
            <a:ext cx="1422400" cy="365125"/>
          </a:xfrm>
        </p:spPr>
        <p:txBody>
          <a:bodyPr/>
          <a:lstStyle>
            <a:lvl1pPr>
              <a:defRPr baseline="0" smtClean="0">
                <a:solidFill>
                  <a:schemeClr val="bg1"/>
                </a:solidFill>
              </a:defRPr>
            </a:lvl1pPr>
          </a:lstStyle>
          <a:p>
            <a:fld id="{148A59E6-7C69-47CF-9F70-E2E046183E1F}" type="datetime1">
              <a:rPr lang="zh-CN" altLang="en-US" smtClean="0"/>
              <a:t>2023/3/14</a:t>
            </a:fld>
            <a:endParaRPr lang="zh-CN" altLang="en-US" dirty="0"/>
          </a:p>
        </p:txBody>
      </p:sp>
    </p:spTree>
    <p:extLst>
      <p:ext uri="{BB962C8B-B14F-4D97-AF65-F5344CB8AC3E}">
        <p14:creationId xmlns:p14="http://schemas.microsoft.com/office/powerpoint/2010/main" val="1811395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4" name="Rectangle 3"/>
          <p:cNvSpPr/>
          <p:nvPr/>
        </p:nvSpPr>
        <p:spPr>
          <a:xfrm>
            <a:off x="6096000" y="6477000"/>
            <a:ext cx="6096000" cy="381000"/>
          </a:xfrm>
          <a:prstGeom prst="rect">
            <a:avLst/>
          </a:prstGeom>
          <a:solidFill>
            <a:srgbClr val="3333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5" name="Rectangle 4"/>
          <p:cNvSpPr/>
          <p:nvPr/>
        </p:nvSpPr>
        <p:spPr>
          <a:xfrm>
            <a:off x="0" y="6477000"/>
            <a:ext cx="6096000" cy="381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6" name="Rectangle 5"/>
          <p:cNvSpPr/>
          <p:nvPr/>
        </p:nvSpPr>
        <p:spPr>
          <a:xfrm>
            <a:off x="3921" y="0"/>
            <a:ext cx="12192000" cy="762000"/>
          </a:xfrm>
          <a:prstGeom prst="rect">
            <a:avLst/>
          </a:prstGeom>
          <a:gradFill flip="none" rotWithShape="1">
            <a:gsLst>
              <a:gs pos="0">
                <a:schemeClr val="tx1"/>
              </a:gs>
              <a:gs pos="100000">
                <a:srgbClr val="3333B2"/>
              </a:gs>
            </a:gsLst>
            <a:lin ang="10800000" scaled="1"/>
            <a:tileRect/>
          </a:gradFill>
          <a:ln>
            <a:noFill/>
          </a:ln>
          <a:effectLst>
            <a:outerShdw blurRad="50800" dist="88900" dir="54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TextBox 6"/>
          <p:cNvSpPr txBox="1"/>
          <p:nvPr/>
        </p:nvSpPr>
        <p:spPr>
          <a:xfrm>
            <a:off x="1428752" y="6488114"/>
            <a:ext cx="4667249" cy="369887"/>
          </a:xfrm>
          <a:prstGeom prst="rect">
            <a:avLst/>
          </a:prstGeom>
          <a:noFill/>
        </p:spPr>
        <p:txBody>
          <a:bodyPr anchor="ctr"/>
          <a:lstStyle/>
          <a:p>
            <a:pPr algn="r" fontAlgn="auto">
              <a:spcBef>
                <a:spcPts val="0"/>
              </a:spcBef>
              <a:spcAft>
                <a:spcPts val="0"/>
              </a:spcAft>
              <a:defRPr/>
            </a:pPr>
            <a:r>
              <a:rPr lang="zh-CN" altLang="en-US" sz="1200" dirty="0">
                <a:solidFill>
                  <a:schemeClr val="bg1"/>
                </a:solidFill>
                <a:latin typeface="微软雅黑" panose="020B0503020204020204" pitchFamily="34" charset="-122"/>
                <a:ea typeface="微软雅黑" panose="020B0503020204020204" pitchFamily="34" charset="-122"/>
                <a:cs typeface="+mn-cs"/>
              </a:rPr>
              <a:t>周耀阳</a:t>
            </a:r>
            <a:endParaRPr lang="en-US" altLang="zh-CN" sz="1200" dirty="0">
              <a:solidFill>
                <a:schemeClr val="bg1"/>
              </a:solidFill>
              <a:latin typeface="微软雅黑" panose="020B0503020204020204" pitchFamily="34" charset="-122"/>
              <a:ea typeface="微软雅黑" panose="020B0503020204020204" pitchFamily="34" charset="-122"/>
              <a:cs typeface="+mn-cs"/>
            </a:endParaRPr>
          </a:p>
        </p:txBody>
      </p:sp>
      <p:sp>
        <p:nvSpPr>
          <p:cNvPr id="3" name="Content Placeholder 2"/>
          <p:cNvSpPr>
            <a:spLocks noGrp="1"/>
          </p:cNvSpPr>
          <p:nvPr>
            <p:ph idx="1" hasCustomPrompt="1"/>
          </p:nvPr>
        </p:nvSpPr>
        <p:spPr>
          <a:xfrm>
            <a:off x="406400" y="1005841"/>
            <a:ext cx="11176000" cy="5120323"/>
          </a:xfrm>
        </p:spPr>
        <p:txBody>
          <a:bodyPr/>
          <a:lstStyle>
            <a:lvl1pPr>
              <a:buSzPct val="60000"/>
              <a:buFontTx/>
              <a:buBlip>
                <a:blip r:embed="rId2"/>
              </a:buBlip>
              <a:defRPr sz="2400">
                <a:latin typeface="Gill Sans MT" panose="020B0502020104020203" pitchFamily="34" charset="0"/>
              </a:defRPr>
            </a:lvl1pPr>
            <a:lvl2pPr>
              <a:buSzPct val="60000"/>
              <a:buFontTx/>
              <a:buBlip>
                <a:blip r:embed="rId3"/>
              </a:buBlip>
              <a:defRPr sz="2200">
                <a:latin typeface="Gill Sans MT" panose="020B0502020104020203" pitchFamily="34" charset="0"/>
              </a:defRPr>
            </a:lvl2pPr>
            <a:lvl3pPr>
              <a:defRPr sz="2000">
                <a:latin typeface="Gill Sans MT" panose="020B0502020104020203" pitchFamily="34" charset="0"/>
              </a:defRPr>
            </a:lvl3pPr>
            <a:lvl4pPr>
              <a:defRPr sz="1800">
                <a:latin typeface="Gill Sans MT" panose="020B0502020104020203" pitchFamily="34" charset="0"/>
              </a:defRPr>
            </a:lvl4pPr>
            <a:lvl5pPr>
              <a:defRPr sz="1800">
                <a:latin typeface="Gill Sans MT" panose="020B0502020104020203" pitchFamily="34" charset="0"/>
              </a:defRPr>
            </a:lvl5pPr>
          </a:lstStyle>
          <a:p>
            <a:pPr lvl="0"/>
            <a:r>
              <a:rPr lang="zh-CN" altLang="en-US" dirty="0"/>
              <a:t>单击此处编辑</a:t>
            </a:r>
            <a:r>
              <a:rPr lang="en-US" altLang="zh-CN" dirty="0"/>
              <a:t>gill</a:t>
            </a:r>
            <a:endParaRPr lang="zh-CN" altLang="en-US" dirty="0"/>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2" name="Title 1"/>
          <p:cNvSpPr>
            <a:spLocks noGrp="1"/>
          </p:cNvSpPr>
          <p:nvPr>
            <p:ph type="title" hasCustomPrompt="1"/>
          </p:nvPr>
        </p:nvSpPr>
        <p:spPr>
          <a:xfrm>
            <a:off x="0" y="29161"/>
            <a:ext cx="12010189" cy="743953"/>
          </a:xfrm>
        </p:spPr>
        <p:txBody>
          <a:bodyPr/>
          <a:lstStyle>
            <a:lvl1pPr marL="182880" algn="l">
              <a:defRPr sz="3200" baseline="0">
                <a:solidFill>
                  <a:schemeClr val="bg1"/>
                </a:solidFill>
                <a:latin typeface="Gill Sans MT" panose="020B0502020104020203" pitchFamily="34" charset="0"/>
                <a:ea typeface="微软雅黑" panose="020B0503020204020204" pitchFamily="34" charset="-122"/>
              </a:defRPr>
            </a:lvl1pPr>
          </a:lstStyle>
          <a:p>
            <a:r>
              <a:rPr lang="zh-CN" altLang="en-US" dirty="0"/>
              <a:t>单击此处编辑</a:t>
            </a:r>
            <a:r>
              <a:rPr lang="en-US" altLang="zh-CN" dirty="0"/>
              <a:t>gill</a:t>
            </a:r>
            <a:endParaRPr lang="en-US" dirty="0"/>
          </a:p>
        </p:txBody>
      </p:sp>
      <p:sp>
        <p:nvSpPr>
          <p:cNvPr id="9" name="Footer Placeholder 4"/>
          <p:cNvSpPr>
            <a:spLocks noGrp="1"/>
          </p:cNvSpPr>
          <p:nvPr>
            <p:ph type="ftr" sz="quarter" idx="11"/>
          </p:nvPr>
        </p:nvSpPr>
        <p:spPr>
          <a:xfrm>
            <a:off x="6096000" y="6492876"/>
            <a:ext cx="4673600" cy="365125"/>
          </a:xfrm>
        </p:spPr>
        <p:txBody>
          <a:bodyPr/>
          <a:lstStyle>
            <a:lvl1pPr algn="l">
              <a:defRPr baseline="0" smtClean="0">
                <a:solidFill>
                  <a:schemeClr val="bg1"/>
                </a:solidFill>
                <a:latin typeface="Gill Sans MT" panose="020B0502020104020203" pitchFamily="34" charset="0"/>
                <a:ea typeface="微软雅黑" panose="020B0503020204020204" pitchFamily="34" charset="-122"/>
              </a:defRPr>
            </a:lvl1pPr>
          </a:lstStyle>
          <a:p>
            <a:r>
              <a:rPr lang="en-US" altLang="zh-CN" dirty="0"/>
              <a:t>ICT, CAS</a:t>
            </a:r>
            <a:endParaRPr lang="zh-CN" altLang="en-US" dirty="0"/>
          </a:p>
        </p:txBody>
      </p:sp>
      <p:sp>
        <p:nvSpPr>
          <p:cNvPr id="10" name="Slide Number Placeholder 5"/>
          <p:cNvSpPr>
            <a:spLocks noGrp="1"/>
          </p:cNvSpPr>
          <p:nvPr>
            <p:ph type="sldNum" sz="quarter" idx="12"/>
          </p:nvPr>
        </p:nvSpPr>
        <p:spPr>
          <a:xfrm>
            <a:off x="10769600" y="6492876"/>
            <a:ext cx="1422400" cy="365125"/>
          </a:xfrm>
        </p:spPr>
        <p:txBody>
          <a:bodyPr/>
          <a:lstStyle>
            <a:lvl1pPr>
              <a:defRPr baseline="0" smtClean="0">
                <a:solidFill>
                  <a:schemeClr val="bg1"/>
                </a:solidFill>
              </a:defRPr>
            </a:lvl1pPr>
          </a:lstStyle>
          <a:p>
            <a:fld id="{65F952C3-2720-4CB8-890A-7ABC82CE426F}" type="slidenum">
              <a:rPr lang="zh-CN" altLang="en-US" smtClean="0"/>
              <a:t>‹#›</a:t>
            </a:fld>
            <a:endParaRPr lang="zh-CN" altLang="en-US"/>
          </a:p>
        </p:txBody>
      </p:sp>
      <p:sp>
        <p:nvSpPr>
          <p:cNvPr id="11" name="Date Placeholder 4">
            <a:extLst>
              <a:ext uri="{FF2B5EF4-FFF2-40B4-BE49-F238E27FC236}">
                <a16:creationId xmlns:a16="http://schemas.microsoft.com/office/drawing/2014/main" id="{7B06B795-9676-4266-B466-D9878789B66F}"/>
              </a:ext>
            </a:extLst>
          </p:cNvPr>
          <p:cNvSpPr>
            <a:spLocks noGrp="1"/>
          </p:cNvSpPr>
          <p:nvPr>
            <p:ph type="dt" sz="half" idx="10"/>
          </p:nvPr>
        </p:nvSpPr>
        <p:spPr>
          <a:xfrm>
            <a:off x="0" y="6492876"/>
            <a:ext cx="1422400" cy="365125"/>
          </a:xfrm>
        </p:spPr>
        <p:txBody>
          <a:bodyPr/>
          <a:lstStyle>
            <a:lvl1pPr>
              <a:defRPr baseline="0" smtClean="0">
                <a:solidFill>
                  <a:schemeClr val="bg1"/>
                </a:solidFill>
              </a:defRPr>
            </a:lvl1pPr>
          </a:lstStyle>
          <a:p>
            <a:fld id="{73177F9E-BF8C-429B-9718-41381BD3819B}" type="datetime1">
              <a:rPr lang="zh-CN" altLang="en-US" smtClean="0"/>
              <a:t>2023/3/14</a:t>
            </a:fld>
            <a:endParaRPr lang="zh-CN" altLang="en-US" dirty="0"/>
          </a:p>
        </p:txBody>
      </p:sp>
    </p:spTree>
    <p:extLst>
      <p:ext uri="{BB962C8B-B14F-4D97-AF65-F5344CB8AC3E}">
        <p14:creationId xmlns:p14="http://schemas.microsoft.com/office/powerpoint/2010/main" val="1676430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5" name="Rectangle 4"/>
          <p:cNvSpPr/>
          <p:nvPr/>
        </p:nvSpPr>
        <p:spPr>
          <a:xfrm>
            <a:off x="6096000" y="6477000"/>
            <a:ext cx="6096000" cy="381000"/>
          </a:xfrm>
          <a:prstGeom prst="rect">
            <a:avLst/>
          </a:prstGeom>
          <a:solidFill>
            <a:srgbClr val="3333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6" name="Rectangle 5"/>
          <p:cNvSpPr/>
          <p:nvPr/>
        </p:nvSpPr>
        <p:spPr>
          <a:xfrm>
            <a:off x="0" y="6477000"/>
            <a:ext cx="6096000" cy="381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7" name="Rectangle 6"/>
          <p:cNvSpPr/>
          <p:nvPr/>
        </p:nvSpPr>
        <p:spPr>
          <a:xfrm>
            <a:off x="0" y="0"/>
            <a:ext cx="12192000" cy="762000"/>
          </a:xfrm>
          <a:prstGeom prst="rect">
            <a:avLst/>
          </a:prstGeom>
          <a:gradFill flip="none" rotWithShape="1">
            <a:gsLst>
              <a:gs pos="0">
                <a:schemeClr val="tx1"/>
              </a:gs>
              <a:gs pos="100000">
                <a:srgbClr val="3333B2"/>
              </a:gs>
            </a:gsLst>
            <a:lin ang="10800000" scaled="1"/>
            <a:tileRect/>
          </a:gradFill>
          <a:ln>
            <a:noFill/>
          </a:ln>
          <a:effectLst>
            <a:outerShdw blurRad="50800" dist="88900" dir="54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extBox 7"/>
          <p:cNvSpPr txBox="1"/>
          <p:nvPr/>
        </p:nvSpPr>
        <p:spPr>
          <a:xfrm>
            <a:off x="1428752" y="6482557"/>
            <a:ext cx="4667249" cy="369887"/>
          </a:xfrm>
          <a:prstGeom prst="rect">
            <a:avLst/>
          </a:prstGeom>
          <a:noFill/>
        </p:spPr>
        <p:txBody>
          <a:bodyPr anchor="ctr"/>
          <a:lstStyle/>
          <a:p>
            <a:pPr algn="r" fontAlgn="auto">
              <a:spcBef>
                <a:spcPts val="0"/>
              </a:spcBef>
              <a:spcAft>
                <a:spcPts val="0"/>
              </a:spcAft>
              <a:defRPr/>
            </a:pPr>
            <a:r>
              <a:rPr lang="zh-CN" altLang="en-US" sz="1200" dirty="0">
                <a:solidFill>
                  <a:schemeClr val="bg1"/>
                </a:solidFill>
                <a:latin typeface="微软雅黑" panose="020B0503020204020204" pitchFamily="34" charset="-122"/>
                <a:ea typeface="微软雅黑" panose="020B0503020204020204" pitchFamily="34" charset="-122"/>
                <a:cs typeface="+mn-cs"/>
              </a:rPr>
              <a:t>周耀阳</a:t>
            </a:r>
            <a:endParaRPr lang="en-US" altLang="zh-CN" sz="1200" dirty="0">
              <a:solidFill>
                <a:schemeClr val="bg1"/>
              </a:solidFill>
              <a:latin typeface="微软雅黑" panose="020B0503020204020204" pitchFamily="34" charset="-122"/>
              <a:ea typeface="微软雅黑" panose="020B0503020204020204" pitchFamily="34" charset="-122"/>
              <a:cs typeface="+mn-cs"/>
            </a:endParaRPr>
          </a:p>
        </p:txBody>
      </p:sp>
      <p:sp>
        <p:nvSpPr>
          <p:cNvPr id="3" name="Content Placeholder 2"/>
          <p:cNvSpPr>
            <a:spLocks noGrp="1"/>
          </p:cNvSpPr>
          <p:nvPr>
            <p:ph sz="half" idx="1" hasCustomPrompt="1"/>
          </p:nvPr>
        </p:nvSpPr>
        <p:spPr>
          <a:xfrm>
            <a:off x="304800" y="1066801"/>
            <a:ext cx="5689600" cy="5059363"/>
          </a:xfrm>
        </p:spPr>
        <p:txBody>
          <a:bodyPr/>
          <a:lstStyle>
            <a:lvl1pPr>
              <a:buSzPct val="60000"/>
              <a:buFontTx/>
              <a:buBlip>
                <a:blip r:embed="rId2"/>
              </a:buBlip>
              <a:defRPr sz="2800">
                <a:latin typeface="Gill Sans MT" panose="020B0502020104020203" pitchFamily="34" charset="0"/>
              </a:defRPr>
            </a:lvl1pPr>
            <a:lvl2pPr>
              <a:buSzPct val="60000"/>
              <a:buFontTx/>
              <a:buBlip>
                <a:blip r:embed="rId2"/>
              </a:buBlip>
              <a:defRPr sz="2400">
                <a:latin typeface="Gill Sans MT" panose="020B0502020104020203" pitchFamily="34" charset="0"/>
              </a:defRPr>
            </a:lvl2pPr>
            <a:lvl3pPr>
              <a:defRPr sz="2000">
                <a:latin typeface="Gill Sans MT" panose="020B0502020104020203" pitchFamily="34" charset="0"/>
              </a:defRPr>
            </a:lvl3pPr>
            <a:lvl4pPr>
              <a:defRPr sz="1800">
                <a:latin typeface="Gill Sans MT" panose="020B0502020104020203" pitchFamily="34" charset="0"/>
              </a:defRPr>
            </a:lvl4pPr>
            <a:lvl5pPr>
              <a:defRPr sz="1800">
                <a:latin typeface="Gill Sans MT" panose="020B0502020104020203" pitchFamily="34" charset="0"/>
              </a:defRPr>
            </a:lvl5pPr>
            <a:lvl6pPr>
              <a:defRPr sz="1800"/>
            </a:lvl6pPr>
            <a:lvl7pPr>
              <a:defRPr sz="1800"/>
            </a:lvl7pPr>
            <a:lvl8pPr>
              <a:defRPr sz="1800"/>
            </a:lvl8pPr>
            <a:lvl9pPr>
              <a:defRPr sz="1800"/>
            </a:lvl9pPr>
          </a:lstStyle>
          <a:p>
            <a:pPr lvl="0"/>
            <a:r>
              <a:rPr lang="zh-CN" altLang="en-US" dirty="0"/>
              <a:t>单击此处编辑</a:t>
            </a:r>
            <a:r>
              <a:rPr lang="en-US" altLang="zh-CN" dirty="0"/>
              <a:t>gill</a:t>
            </a:r>
            <a:endParaRPr lang="zh-CN" altLang="en-US" dirty="0"/>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hasCustomPrompt="1"/>
          </p:nvPr>
        </p:nvSpPr>
        <p:spPr>
          <a:xfrm>
            <a:off x="6197600" y="1066801"/>
            <a:ext cx="5689600" cy="5059363"/>
          </a:xfrm>
        </p:spPr>
        <p:txBody>
          <a:bodyPr/>
          <a:lstStyle>
            <a:lvl1pPr>
              <a:buSzPct val="60000"/>
              <a:buFontTx/>
              <a:buBlip>
                <a:blip r:embed="rId2"/>
              </a:buBlip>
              <a:defRPr sz="2800">
                <a:latin typeface="Gill Sans MT" panose="020B0502020104020203" pitchFamily="34" charset="0"/>
              </a:defRPr>
            </a:lvl1pPr>
            <a:lvl2pPr>
              <a:buSzPct val="60000"/>
              <a:buFontTx/>
              <a:buBlip>
                <a:blip r:embed="rId2"/>
              </a:buBlip>
              <a:defRPr sz="2400">
                <a:latin typeface="Gill Sans MT" panose="020B0502020104020203" pitchFamily="34" charset="0"/>
              </a:defRPr>
            </a:lvl2pPr>
            <a:lvl3pPr>
              <a:defRPr sz="2000">
                <a:latin typeface="Gill Sans MT" panose="020B0502020104020203" pitchFamily="34" charset="0"/>
              </a:defRPr>
            </a:lvl3pPr>
            <a:lvl4pPr>
              <a:defRPr sz="1800">
                <a:latin typeface="Gill Sans MT" panose="020B0502020104020203" pitchFamily="34" charset="0"/>
              </a:defRPr>
            </a:lvl4pPr>
            <a:lvl5pPr>
              <a:defRPr sz="1800">
                <a:latin typeface="Gill Sans MT" panose="020B0502020104020203" pitchFamily="34" charset="0"/>
              </a:defRPr>
            </a:lvl5pPr>
            <a:lvl6pPr>
              <a:defRPr sz="1800"/>
            </a:lvl6pPr>
            <a:lvl7pPr>
              <a:defRPr sz="1800"/>
            </a:lvl7pPr>
            <a:lvl8pPr>
              <a:defRPr sz="1800"/>
            </a:lvl8pPr>
            <a:lvl9pPr>
              <a:defRPr sz="1800"/>
            </a:lvl9pPr>
          </a:lstStyle>
          <a:p>
            <a:pPr lvl="0"/>
            <a:r>
              <a:rPr lang="zh-CN" altLang="en-US" dirty="0"/>
              <a:t>单击此处编辑</a:t>
            </a:r>
            <a:r>
              <a:rPr lang="en-US" altLang="zh-CN" dirty="0"/>
              <a:t>gill</a:t>
            </a:r>
            <a:endParaRPr lang="zh-CN" altLang="en-US" dirty="0"/>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2" name="Title 1"/>
          <p:cNvSpPr>
            <a:spLocks noGrp="1"/>
          </p:cNvSpPr>
          <p:nvPr>
            <p:ph type="title" hasCustomPrompt="1"/>
          </p:nvPr>
        </p:nvSpPr>
        <p:spPr>
          <a:xfrm>
            <a:off x="0" y="0"/>
            <a:ext cx="11785600" cy="762000"/>
          </a:xfrm>
        </p:spPr>
        <p:txBody>
          <a:bodyPr/>
          <a:lstStyle>
            <a:lvl1pPr marL="182880" algn="l">
              <a:defRPr sz="3200" baseline="0">
                <a:solidFill>
                  <a:schemeClr val="bg1"/>
                </a:solidFill>
                <a:latin typeface="Gill Sans MT" panose="020B0502020104020203" pitchFamily="34" charset="0"/>
              </a:defRPr>
            </a:lvl1pPr>
          </a:lstStyle>
          <a:p>
            <a:r>
              <a:rPr lang="zh-CN" altLang="en-US" dirty="0"/>
              <a:t>单击此处编辑</a:t>
            </a:r>
            <a:r>
              <a:rPr lang="en-US" altLang="zh-CN" dirty="0"/>
              <a:t>gill</a:t>
            </a:r>
            <a:endParaRPr lang="en-US" dirty="0"/>
          </a:p>
        </p:txBody>
      </p:sp>
      <p:sp>
        <p:nvSpPr>
          <p:cNvPr id="9" name="Date Placeholder 4"/>
          <p:cNvSpPr>
            <a:spLocks noGrp="1"/>
          </p:cNvSpPr>
          <p:nvPr>
            <p:ph type="dt" sz="half" idx="10"/>
          </p:nvPr>
        </p:nvSpPr>
        <p:spPr>
          <a:xfrm>
            <a:off x="0" y="6492876"/>
            <a:ext cx="1422400" cy="365125"/>
          </a:xfrm>
        </p:spPr>
        <p:txBody>
          <a:bodyPr/>
          <a:lstStyle>
            <a:lvl1pPr>
              <a:defRPr baseline="0" smtClean="0">
                <a:solidFill>
                  <a:schemeClr val="bg1"/>
                </a:solidFill>
              </a:defRPr>
            </a:lvl1pPr>
          </a:lstStyle>
          <a:p>
            <a:fld id="{F2C46CA0-FE21-4507-84D0-98D4CB079FE3}" type="datetime1">
              <a:rPr lang="zh-CN" altLang="en-US" smtClean="0"/>
              <a:t>2023/3/14</a:t>
            </a:fld>
            <a:endParaRPr lang="zh-CN" altLang="en-US" dirty="0"/>
          </a:p>
        </p:txBody>
      </p:sp>
      <p:sp>
        <p:nvSpPr>
          <p:cNvPr id="10" name="Footer Placeholder 5"/>
          <p:cNvSpPr>
            <a:spLocks noGrp="1"/>
          </p:cNvSpPr>
          <p:nvPr>
            <p:ph type="ftr" sz="quarter" idx="11"/>
          </p:nvPr>
        </p:nvSpPr>
        <p:spPr>
          <a:xfrm>
            <a:off x="6096000" y="6492876"/>
            <a:ext cx="4673600" cy="365125"/>
          </a:xfrm>
        </p:spPr>
        <p:txBody>
          <a:bodyPr/>
          <a:lstStyle>
            <a:lvl1pPr algn="l">
              <a:defRPr baseline="0" smtClean="0">
                <a:solidFill>
                  <a:schemeClr val="bg1"/>
                </a:solidFill>
                <a:latin typeface="Gill Sans MT" panose="020B0502020104020203" pitchFamily="34" charset="0"/>
                <a:ea typeface="微软雅黑" panose="020B0503020204020204" pitchFamily="34" charset="-122"/>
              </a:defRPr>
            </a:lvl1pPr>
          </a:lstStyle>
          <a:p>
            <a:r>
              <a:rPr lang="en-US" altLang="zh-CN" dirty="0"/>
              <a:t>ICT, CAS</a:t>
            </a:r>
            <a:endParaRPr lang="zh-CN" altLang="en-US" dirty="0"/>
          </a:p>
        </p:txBody>
      </p:sp>
      <p:sp>
        <p:nvSpPr>
          <p:cNvPr id="11" name="Slide Number Placeholder 6"/>
          <p:cNvSpPr>
            <a:spLocks noGrp="1"/>
          </p:cNvSpPr>
          <p:nvPr>
            <p:ph type="sldNum" sz="quarter" idx="12"/>
          </p:nvPr>
        </p:nvSpPr>
        <p:spPr>
          <a:xfrm>
            <a:off x="10769600" y="6492876"/>
            <a:ext cx="1422400" cy="365125"/>
          </a:xfrm>
        </p:spPr>
        <p:txBody>
          <a:bodyPr/>
          <a:lstStyle>
            <a:lvl1pPr>
              <a:defRPr baseline="0" smtClean="0">
                <a:solidFill>
                  <a:schemeClr val="bg1"/>
                </a:solidFill>
              </a:defRPr>
            </a:lvl1pPr>
          </a:lstStyle>
          <a:p>
            <a:fld id="{F7109EFE-30FD-48E2-8926-8E5845D27B82}" type="slidenum">
              <a:rPr lang="zh-CN" altLang="en-US" smtClean="0"/>
              <a:t>‹#›</a:t>
            </a:fld>
            <a:endParaRPr lang="zh-CN" altLang="en-US"/>
          </a:p>
        </p:txBody>
      </p:sp>
    </p:spTree>
    <p:extLst>
      <p:ext uri="{BB962C8B-B14F-4D97-AF65-F5344CB8AC3E}">
        <p14:creationId xmlns:p14="http://schemas.microsoft.com/office/powerpoint/2010/main" val="622015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7" name="Rectangle 6"/>
          <p:cNvSpPr/>
          <p:nvPr/>
        </p:nvSpPr>
        <p:spPr>
          <a:xfrm>
            <a:off x="6096000" y="6477000"/>
            <a:ext cx="6096000" cy="381000"/>
          </a:xfrm>
          <a:prstGeom prst="rect">
            <a:avLst/>
          </a:prstGeom>
          <a:solidFill>
            <a:srgbClr val="3333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schemeClr val="bg1"/>
              </a:solidFill>
            </a:endParaRPr>
          </a:p>
        </p:txBody>
      </p:sp>
      <p:sp>
        <p:nvSpPr>
          <p:cNvPr id="8" name="Rectangle 7"/>
          <p:cNvSpPr/>
          <p:nvPr/>
        </p:nvSpPr>
        <p:spPr>
          <a:xfrm>
            <a:off x="0" y="6477000"/>
            <a:ext cx="6096000" cy="381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9" name="Rectangle 8"/>
          <p:cNvSpPr/>
          <p:nvPr/>
        </p:nvSpPr>
        <p:spPr>
          <a:xfrm>
            <a:off x="0" y="0"/>
            <a:ext cx="12192000" cy="762000"/>
          </a:xfrm>
          <a:prstGeom prst="rect">
            <a:avLst/>
          </a:prstGeom>
          <a:gradFill flip="none" rotWithShape="1">
            <a:gsLst>
              <a:gs pos="0">
                <a:schemeClr val="tx1"/>
              </a:gs>
              <a:gs pos="100000">
                <a:srgbClr val="3333B2"/>
              </a:gs>
            </a:gsLst>
            <a:lin ang="10800000" scaled="1"/>
            <a:tileRect/>
          </a:gradFill>
          <a:ln>
            <a:noFill/>
          </a:ln>
          <a:effectLst>
            <a:outerShdw blurRad="50800" dist="88900" dir="54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TextBox 9"/>
          <p:cNvSpPr txBox="1"/>
          <p:nvPr/>
        </p:nvSpPr>
        <p:spPr>
          <a:xfrm>
            <a:off x="1428752" y="6488114"/>
            <a:ext cx="4667249" cy="369887"/>
          </a:xfrm>
          <a:prstGeom prst="rect">
            <a:avLst/>
          </a:prstGeom>
          <a:noFill/>
        </p:spPr>
        <p:txBody>
          <a:bodyPr anchor="ctr"/>
          <a:lstStyle/>
          <a:p>
            <a:pPr algn="r" fontAlgn="auto">
              <a:spcBef>
                <a:spcPts val="0"/>
              </a:spcBef>
              <a:spcAft>
                <a:spcPts val="0"/>
              </a:spcAft>
              <a:defRPr/>
            </a:pPr>
            <a:r>
              <a:rPr lang="zh-CN" altLang="en-US" sz="1200" dirty="0">
                <a:solidFill>
                  <a:schemeClr val="bg1"/>
                </a:solidFill>
                <a:latin typeface="微软雅黑" panose="020B0503020204020204" pitchFamily="34" charset="-122"/>
                <a:ea typeface="微软雅黑" panose="020B0503020204020204" pitchFamily="34" charset="-122"/>
                <a:cs typeface="+mn-cs"/>
              </a:rPr>
              <a:t>周耀阳</a:t>
            </a:r>
            <a:endParaRPr lang="en-US" altLang="zh-CN" sz="1200" dirty="0">
              <a:solidFill>
                <a:schemeClr val="bg1"/>
              </a:solidFill>
              <a:latin typeface="微软雅黑" panose="020B0503020204020204" pitchFamily="34" charset="-122"/>
              <a:ea typeface="微软雅黑" panose="020B0503020204020204" pitchFamily="34" charset="-122"/>
              <a:cs typeface="+mn-cs"/>
            </a:endParaRPr>
          </a:p>
        </p:txBody>
      </p:sp>
      <p:sp>
        <p:nvSpPr>
          <p:cNvPr id="3" name="Text Placeholder 2"/>
          <p:cNvSpPr>
            <a:spLocks noGrp="1"/>
          </p:cNvSpPr>
          <p:nvPr>
            <p:ph type="body" idx="1" hasCustomPrompt="1"/>
          </p:nvPr>
        </p:nvSpPr>
        <p:spPr>
          <a:xfrm>
            <a:off x="609600" y="990600"/>
            <a:ext cx="5386917" cy="639762"/>
          </a:xfrm>
        </p:spPr>
        <p:txBody>
          <a:bodyPr anchor="b"/>
          <a:lstStyle>
            <a:lvl1pPr marL="0" indent="0">
              <a:buNone/>
              <a:defRPr sz="2400" b="1">
                <a:latin typeface="Gill Sans MT" panose="020B05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a:t>
            </a:r>
            <a:r>
              <a:rPr lang="en-US" altLang="zh-CN" dirty="0"/>
              <a:t>gill</a:t>
            </a:r>
            <a:endParaRPr lang="zh-CN" altLang="en-US" dirty="0"/>
          </a:p>
        </p:txBody>
      </p:sp>
      <p:sp>
        <p:nvSpPr>
          <p:cNvPr id="4" name="Content Placeholder 3"/>
          <p:cNvSpPr>
            <a:spLocks noGrp="1"/>
          </p:cNvSpPr>
          <p:nvPr>
            <p:ph sz="half" idx="2" hasCustomPrompt="1"/>
          </p:nvPr>
        </p:nvSpPr>
        <p:spPr>
          <a:xfrm>
            <a:off x="609600" y="1676401"/>
            <a:ext cx="5386917" cy="4449763"/>
          </a:xfrm>
        </p:spPr>
        <p:txBody>
          <a:bodyPr/>
          <a:lstStyle>
            <a:lvl1pPr>
              <a:buSzPct val="60000"/>
              <a:buFontTx/>
              <a:buBlip>
                <a:blip r:embed="rId2"/>
              </a:buBlip>
              <a:defRPr sz="2400">
                <a:latin typeface="Gill Sans MT" panose="020B0502020104020203" pitchFamily="34" charset="0"/>
              </a:defRPr>
            </a:lvl1pPr>
            <a:lvl2pPr>
              <a:buSzPct val="60000"/>
              <a:buFontTx/>
              <a:buBlip>
                <a:blip r:embed="rId2"/>
              </a:buBlip>
              <a:defRPr sz="2000">
                <a:latin typeface="Gill Sans MT" panose="020B0502020104020203" pitchFamily="34" charset="0"/>
              </a:defRPr>
            </a:lvl2pPr>
            <a:lvl3pPr>
              <a:defRPr sz="1800">
                <a:latin typeface="Gill Sans MT" panose="020B0502020104020203" pitchFamily="34" charset="0"/>
              </a:defRPr>
            </a:lvl3pPr>
            <a:lvl4pPr>
              <a:defRPr sz="1600">
                <a:latin typeface="Gill Sans MT" panose="020B0502020104020203" pitchFamily="34" charset="0"/>
              </a:defRPr>
            </a:lvl4pPr>
            <a:lvl5pPr>
              <a:defRPr sz="1600">
                <a:latin typeface="Gill Sans MT" panose="020B0502020104020203" pitchFamily="34" charset="0"/>
              </a:defRPr>
            </a:lvl5pPr>
            <a:lvl6pPr>
              <a:defRPr sz="1600"/>
            </a:lvl6pPr>
            <a:lvl7pPr>
              <a:defRPr sz="1600"/>
            </a:lvl7pPr>
            <a:lvl8pPr>
              <a:defRPr sz="1600"/>
            </a:lvl8pPr>
            <a:lvl9pPr>
              <a:defRPr sz="1600"/>
            </a:lvl9pPr>
          </a:lstStyle>
          <a:p>
            <a:pPr lvl="0"/>
            <a:r>
              <a:rPr lang="zh-CN" altLang="en-US" dirty="0"/>
              <a:t>单击此处编辑</a:t>
            </a:r>
            <a:r>
              <a:rPr lang="en-US" altLang="zh-CN" dirty="0"/>
              <a:t>gill</a:t>
            </a:r>
            <a:endParaRPr lang="zh-CN" altLang="en-US" dirty="0"/>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Text Placeholder 4"/>
          <p:cNvSpPr>
            <a:spLocks noGrp="1"/>
          </p:cNvSpPr>
          <p:nvPr>
            <p:ph type="body" sz="quarter" idx="3" hasCustomPrompt="1"/>
          </p:nvPr>
        </p:nvSpPr>
        <p:spPr>
          <a:xfrm>
            <a:off x="6193368" y="990600"/>
            <a:ext cx="5389033" cy="639762"/>
          </a:xfrm>
        </p:spPr>
        <p:txBody>
          <a:bodyPr anchor="b"/>
          <a:lstStyle>
            <a:lvl1pPr marL="0" indent="0">
              <a:buNone/>
              <a:defRPr sz="2400" b="1">
                <a:latin typeface="Gill Sans MT" panose="020B05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a:t>
            </a:r>
            <a:r>
              <a:rPr lang="en-US" altLang="zh-CN" dirty="0"/>
              <a:t>gill</a:t>
            </a:r>
            <a:endParaRPr lang="zh-CN" altLang="en-US" dirty="0"/>
          </a:p>
        </p:txBody>
      </p:sp>
      <p:sp>
        <p:nvSpPr>
          <p:cNvPr id="6" name="Content Placeholder 5"/>
          <p:cNvSpPr>
            <a:spLocks noGrp="1"/>
          </p:cNvSpPr>
          <p:nvPr>
            <p:ph sz="quarter" idx="4" hasCustomPrompt="1"/>
          </p:nvPr>
        </p:nvSpPr>
        <p:spPr>
          <a:xfrm>
            <a:off x="6193368" y="1676401"/>
            <a:ext cx="5389033" cy="4449763"/>
          </a:xfrm>
        </p:spPr>
        <p:txBody>
          <a:bodyPr/>
          <a:lstStyle>
            <a:lvl1pPr>
              <a:buSzPct val="60000"/>
              <a:buFontTx/>
              <a:buBlip>
                <a:blip r:embed="rId2"/>
              </a:buBlip>
              <a:defRPr sz="2400">
                <a:latin typeface="Gill Sans MT" panose="020B0502020104020203" pitchFamily="34" charset="0"/>
              </a:defRPr>
            </a:lvl1pPr>
            <a:lvl2pPr>
              <a:buSzPct val="60000"/>
              <a:buFontTx/>
              <a:buBlip>
                <a:blip r:embed="rId2"/>
              </a:buBlip>
              <a:defRPr sz="2000">
                <a:latin typeface="Gill Sans MT" panose="020B0502020104020203" pitchFamily="34" charset="0"/>
              </a:defRPr>
            </a:lvl2pPr>
            <a:lvl3pPr>
              <a:defRPr sz="1800">
                <a:latin typeface="Gill Sans MT" panose="020B0502020104020203" pitchFamily="34" charset="0"/>
              </a:defRPr>
            </a:lvl3pPr>
            <a:lvl4pPr>
              <a:defRPr sz="1600">
                <a:latin typeface="Gill Sans MT" panose="020B0502020104020203" pitchFamily="34" charset="0"/>
              </a:defRPr>
            </a:lvl4pPr>
            <a:lvl5pPr>
              <a:defRPr sz="1600">
                <a:latin typeface="Gill Sans MT" panose="020B0502020104020203" pitchFamily="34" charset="0"/>
              </a:defRPr>
            </a:lvl5pPr>
            <a:lvl6pPr>
              <a:defRPr sz="1600"/>
            </a:lvl6pPr>
            <a:lvl7pPr>
              <a:defRPr sz="1600"/>
            </a:lvl7pPr>
            <a:lvl8pPr>
              <a:defRPr sz="1600"/>
            </a:lvl8pPr>
            <a:lvl9pPr>
              <a:defRPr sz="1600"/>
            </a:lvl9pPr>
          </a:lstStyle>
          <a:p>
            <a:pPr lvl="0"/>
            <a:r>
              <a:rPr lang="zh-CN" altLang="en-US" dirty="0"/>
              <a:t>单击此处编辑母版</a:t>
            </a:r>
            <a:r>
              <a:rPr lang="en-US" altLang="zh-CN" dirty="0"/>
              <a:t>gill</a:t>
            </a:r>
            <a:endParaRPr lang="zh-CN" altLang="en-US" dirty="0"/>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2" name="Title 1"/>
          <p:cNvSpPr>
            <a:spLocks noGrp="1"/>
          </p:cNvSpPr>
          <p:nvPr>
            <p:ph type="title" hasCustomPrompt="1"/>
          </p:nvPr>
        </p:nvSpPr>
        <p:spPr>
          <a:xfrm>
            <a:off x="0" y="0"/>
            <a:ext cx="11785600" cy="762000"/>
          </a:xfrm>
        </p:spPr>
        <p:txBody>
          <a:bodyPr/>
          <a:lstStyle>
            <a:lvl1pPr marL="182880" algn="l">
              <a:defRPr sz="3200" baseline="0">
                <a:solidFill>
                  <a:schemeClr val="bg1"/>
                </a:solidFill>
                <a:latin typeface="Gill Sans MT" panose="020B0502020104020203" pitchFamily="34" charset="0"/>
              </a:defRPr>
            </a:lvl1pPr>
          </a:lstStyle>
          <a:p>
            <a:r>
              <a:rPr lang="zh-CN" altLang="en-US" dirty="0"/>
              <a:t>单击此处</a:t>
            </a:r>
            <a:r>
              <a:rPr lang="en-US" altLang="zh-CN" dirty="0"/>
              <a:t>gill</a:t>
            </a:r>
            <a:endParaRPr lang="en-US" dirty="0"/>
          </a:p>
        </p:txBody>
      </p:sp>
      <p:sp>
        <p:nvSpPr>
          <p:cNvPr id="11" name="Date Placeholder 6"/>
          <p:cNvSpPr>
            <a:spLocks noGrp="1"/>
          </p:cNvSpPr>
          <p:nvPr>
            <p:ph type="dt" sz="half" idx="10"/>
          </p:nvPr>
        </p:nvSpPr>
        <p:spPr>
          <a:xfrm>
            <a:off x="0" y="6492876"/>
            <a:ext cx="1422400" cy="365125"/>
          </a:xfrm>
        </p:spPr>
        <p:txBody>
          <a:bodyPr/>
          <a:lstStyle>
            <a:lvl1pPr>
              <a:defRPr baseline="0" smtClean="0">
                <a:solidFill>
                  <a:schemeClr val="bg1"/>
                </a:solidFill>
              </a:defRPr>
            </a:lvl1pPr>
          </a:lstStyle>
          <a:p>
            <a:fld id="{897FF1F2-CF27-46DE-8DEA-3674FE2F42D1}" type="datetime1">
              <a:rPr lang="zh-CN" altLang="en-US" smtClean="0"/>
              <a:t>2023/3/14</a:t>
            </a:fld>
            <a:endParaRPr lang="zh-CN" altLang="en-US"/>
          </a:p>
        </p:txBody>
      </p:sp>
      <p:sp>
        <p:nvSpPr>
          <p:cNvPr id="12" name="Footer Placeholder 7"/>
          <p:cNvSpPr>
            <a:spLocks noGrp="1"/>
          </p:cNvSpPr>
          <p:nvPr>
            <p:ph type="ftr" sz="quarter" idx="11"/>
          </p:nvPr>
        </p:nvSpPr>
        <p:spPr>
          <a:xfrm>
            <a:off x="6096000" y="6492876"/>
            <a:ext cx="4673600" cy="365125"/>
          </a:xfrm>
        </p:spPr>
        <p:txBody>
          <a:bodyPr/>
          <a:lstStyle>
            <a:lvl1pPr algn="l">
              <a:defRPr baseline="0" smtClean="0">
                <a:solidFill>
                  <a:schemeClr val="bg1"/>
                </a:solidFill>
                <a:latin typeface="Gill Sans MT" panose="020B0502020104020203" pitchFamily="34" charset="0"/>
              </a:defRPr>
            </a:lvl1pPr>
          </a:lstStyle>
          <a:p>
            <a:r>
              <a:rPr lang="en-US" altLang="zh-CN" dirty="0"/>
              <a:t>ICT, CAS</a:t>
            </a:r>
            <a:endParaRPr lang="zh-CN" altLang="en-US" dirty="0"/>
          </a:p>
        </p:txBody>
      </p:sp>
      <p:sp>
        <p:nvSpPr>
          <p:cNvPr id="13" name="Slide Number Placeholder 8"/>
          <p:cNvSpPr>
            <a:spLocks noGrp="1"/>
          </p:cNvSpPr>
          <p:nvPr>
            <p:ph type="sldNum" sz="quarter" idx="12"/>
          </p:nvPr>
        </p:nvSpPr>
        <p:spPr>
          <a:xfrm>
            <a:off x="10769600" y="6492876"/>
            <a:ext cx="1422400" cy="365125"/>
          </a:xfrm>
        </p:spPr>
        <p:txBody>
          <a:bodyPr/>
          <a:lstStyle>
            <a:lvl1pPr>
              <a:defRPr baseline="0" smtClean="0">
                <a:solidFill>
                  <a:schemeClr val="bg1"/>
                </a:solidFill>
              </a:defRPr>
            </a:lvl1pPr>
          </a:lstStyle>
          <a:p>
            <a:fld id="{F7109EFE-30FD-48E2-8926-8E5845D27B82}" type="slidenum">
              <a:rPr lang="zh-CN" altLang="en-US" smtClean="0"/>
              <a:t>‹#›</a:t>
            </a:fld>
            <a:endParaRPr lang="zh-CN" altLang="en-US"/>
          </a:p>
        </p:txBody>
      </p:sp>
    </p:spTree>
    <p:extLst>
      <p:ext uri="{BB962C8B-B14F-4D97-AF65-F5344CB8AC3E}">
        <p14:creationId xmlns:p14="http://schemas.microsoft.com/office/powerpoint/2010/main" val="4244678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4" name="Rectangle 3"/>
          <p:cNvSpPr/>
          <p:nvPr/>
        </p:nvSpPr>
        <p:spPr>
          <a:xfrm>
            <a:off x="0" y="0"/>
            <a:ext cx="12192000" cy="762000"/>
          </a:xfrm>
          <a:prstGeom prst="rect">
            <a:avLst/>
          </a:prstGeom>
          <a:gradFill flip="none" rotWithShape="1">
            <a:gsLst>
              <a:gs pos="0">
                <a:schemeClr val="tx1"/>
              </a:gs>
              <a:gs pos="100000">
                <a:srgbClr val="3333B2"/>
              </a:gs>
            </a:gsLst>
            <a:lin ang="10800000" scaled="1"/>
            <a:tileRect/>
          </a:gradFill>
          <a:ln>
            <a:noFill/>
          </a:ln>
          <a:effectLst>
            <a:outerShdw blurRad="50800" dist="88900" dir="54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a:off x="6096000" y="6477000"/>
            <a:ext cx="6096000" cy="381000"/>
          </a:xfrm>
          <a:prstGeom prst="rect">
            <a:avLst/>
          </a:prstGeom>
          <a:solidFill>
            <a:srgbClr val="3333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6" name="Rectangle 5"/>
          <p:cNvSpPr/>
          <p:nvPr/>
        </p:nvSpPr>
        <p:spPr>
          <a:xfrm>
            <a:off x="0" y="6477000"/>
            <a:ext cx="6096000" cy="381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2" name="Title 1"/>
          <p:cNvSpPr>
            <a:spLocks noGrp="1"/>
          </p:cNvSpPr>
          <p:nvPr>
            <p:ph type="title" hasCustomPrompt="1"/>
          </p:nvPr>
        </p:nvSpPr>
        <p:spPr>
          <a:xfrm>
            <a:off x="0" y="0"/>
            <a:ext cx="11887200" cy="762000"/>
          </a:xfrm>
        </p:spPr>
        <p:txBody>
          <a:bodyPr/>
          <a:lstStyle>
            <a:lvl1pPr marL="182880" algn="l">
              <a:defRPr sz="3200" baseline="0">
                <a:solidFill>
                  <a:schemeClr val="bg1"/>
                </a:solidFill>
                <a:latin typeface="Gill Sans MT" panose="020B0502020104020203" pitchFamily="34" charset="0"/>
              </a:defRPr>
            </a:lvl1pPr>
          </a:lstStyle>
          <a:p>
            <a:r>
              <a:rPr lang="zh-CN" altLang="en-US" dirty="0"/>
              <a:t>单击此处</a:t>
            </a:r>
            <a:r>
              <a:rPr lang="en-US" altLang="zh-CN" dirty="0"/>
              <a:t>gill</a:t>
            </a:r>
            <a:endParaRPr lang="en-US" dirty="0"/>
          </a:p>
        </p:txBody>
      </p:sp>
      <p:sp>
        <p:nvSpPr>
          <p:cNvPr id="12" name="Text Placeholder 10"/>
          <p:cNvSpPr>
            <a:spLocks noGrp="1"/>
          </p:cNvSpPr>
          <p:nvPr>
            <p:ph type="body" sz="quarter" idx="13" hasCustomPrompt="1"/>
          </p:nvPr>
        </p:nvSpPr>
        <p:spPr>
          <a:xfrm>
            <a:off x="1422400" y="6477000"/>
            <a:ext cx="4673600" cy="381000"/>
          </a:xfrm>
        </p:spPr>
        <p:txBody>
          <a:bodyPr anchor="ctr">
            <a:normAutofit/>
          </a:bodyPr>
          <a:lstStyle>
            <a:lvl1pPr algn="r" fontAlgn="auto">
              <a:spcBef>
                <a:spcPts val="0"/>
              </a:spcBef>
              <a:spcAft>
                <a:spcPts val="0"/>
              </a:spcAft>
              <a:buNone/>
              <a:defRPr lang="en-US" sz="1200" kern="1200" baseline="0">
                <a:solidFill>
                  <a:schemeClr val="bg1"/>
                </a:solidFill>
                <a:latin typeface="微软雅黑" panose="020B0503020204020204" pitchFamily="34" charset="-122"/>
                <a:ea typeface="微软雅黑" panose="020B0503020204020204" pitchFamily="34" charset="-122"/>
                <a:cs typeface="+mn-cs"/>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algn="r" fontAlgn="auto">
              <a:spcBef>
                <a:spcPts val="0"/>
              </a:spcBef>
              <a:spcAft>
                <a:spcPts val="0"/>
              </a:spcAft>
              <a:defRPr/>
            </a:pPr>
            <a:r>
              <a:rPr lang="zh-CN" altLang="en-US" sz="1200" dirty="0">
                <a:solidFill>
                  <a:schemeClr val="bg1"/>
                </a:solidFill>
                <a:latin typeface="+mn-lt"/>
                <a:cs typeface="+mn-cs"/>
              </a:rPr>
              <a:t>周耀阳</a:t>
            </a:r>
            <a:endParaRPr lang="en-US" altLang="zh-CN" sz="1200" dirty="0">
              <a:solidFill>
                <a:schemeClr val="bg1"/>
              </a:solidFill>
              <a:latin typeface="+mn-lt"/>
              <a:cs typeface="+mn-cs"/>
            </a:endParaRPr>
          </a:p>
        </p:txBody>
      </p:sp>
      <p:sp>
        <p:nvSpPr>
          <p:cNvPr id="7" name="Date Placeholder 6"/>
          <p:cNvSpPr>
            <a:spLocks noGrp="1"/>
          </p:cNvSpPr>
          <p:nvPr>
            <p:ph type="dt" sz="half" idx="14"/>
          </p:nvPr>
        </p:nvSpPr>
        <p:spPr>
          <a:xfrm>
            <a:off x="0" y="6492876"/>
            <a:ext cx="1422400" cy="365125"/>
          </a:xfrm>
        </p:spPr>
        <p:txBody>
          <a:bodyPr/>
          <a:lstStyle>
            <a:lvl1pPr>
              <a:defRPr baseline="0" smtClean="0">
                <a:solidFill>
                  <a:schemeClr val="bg1"/>
                </a:solidFill>
              </a:defRPr>
            </a:lvl1pPr>
          </a:lstStyle>
          <a:p>
            <a:fld id="{9542E308-8A44-47AF-A139-E98928AB3369}" type="datetime1">
              <a:rPr lang="zh-CN" altLang="en-US" smtClean="0"/>
              <a:t>2023/3/14</a:t>
            </a:fld>
            <a:endParaRPr lang="zh-CN" altLang="en-US"/>
          </a:p>
        </p:txBody>
      </p:sp>
      <p:sp>
        <p:nvSpPr>
          <p:cNvPr id="8" name="Footer Placeholder 7"/>
          <p:cNvSpPr>
            <a:spLocks noGrp="1"/>
          </p:cNvSpPr>
          <p:nvPr>
            <p:ph type="ftr" sz="quarter" idx="15"/>
          </p:nvPr>
        </p:nvSpPr>
        <p:spPr>
          <a:xfrm>
            <a:off x="6096000" y="6492876"/>
            <a:ext cx="4673600" cy="365125"/>
          </a:xfrm>
        </p:spPr>
        <p:txBody>
          <a:bodyPr/>
          <a:lstStyle>
            <a:lvl1pPr algn="l">
              <a:defRPr baseline="0" smtClean="0">
                <a:solidFill>
                  <a:schemeClr val="bg1"/>
                </a:solidFill>
                <a:latin typeface="Gill Sans MT" panose="020B0502020104020203" pitchFamily="34" charset="0"/>
              </a:defRPr>
            </a:lvl1pPr>
          </a:lstStyle>
          <a:p>
            <a:r>
              <a:rPr lang="en-US" altLang="zh-CN" dirty="0"/>
              <a:t>ICT, CAS</a:t>
            </a:r>
            <a:endParaRPr lang="zh-CN" altLang="en-US" dirty="0"/>
          </a:p>
        </p:txBody>
      </p:sp>
      <p:sp>
        <p:nvSpPr>
          <p:cNvPr id="9" name="Slide Number Placeholder 8"/>
          <p:cNvSpPr>
            <a:spLocks noGrp="1"/>
          </p:cNvSpPr>
          <p:nvPr>
            <p:ph type="sldNum" sz="quarter" idx="16"/>
          </p:nvPr>
        </p:nvSpPr>
        <p:spPr>
          <a:xfrm>
            <a:off x="10769600" y="6492876"/>
            <a:ext cx="1422400" cy="365125"/>
          </a:xfrm>
        </p:spPr>
        <p:txBody>
          <a:bodyPr/>
          <a:lstStyle>
            <a:lvl1pPr>
              <a:defRPr baseline="0" smtClean="0">
                <a:solidFill>
                  <a:schemeClr val="bg1"/>
                </a:solidFill>
              </a:defRPr>
            </a:lvl1pPr>
          </a:lstStyle>
          <a:p>
            <a:fld id="{F7109EFE-30FD-48E2-8926-8E5845D27B82}" type="slidenum">
              <a:rPr lang="zh-CN" altLang="en-US" smtClean="0"/>
              <a:t>‹#›</a:t>
            </a:fld>
            <a:endParaRPr lang="zh-CN" altLang="en-US"/>
          </a:p>
        </p:txBody>
      </p:sp>
    </p:spTree>
    <p:extLst>
      <p:ext uri="{BB962C8B-B14F-4D97-AF65-F5344CB8AC3E}">
        <p14:creationId xmlns:p14="http://schemas.microsoft.com/office/powerpoint/2010/main" val="2600528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3" name="Rectangle 2"/>
          <p:cNvSpPr/>
          <p:nvPr/>
        </p:nvSpPr>
        <p:spPr>
          <a:xfrm>
            <a:off x="6096000" y="6477000"/>
            <a:ext cx="6096000" cy="381000"/>
          </a:xfrm>
          <a:prstGeom prst="rect">
            <a:avLst/>
          </a:prstGeom>
          <a:solidFill>
            <a:srgbClr val="3333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4" name="Rectangle 3"/>
          <p:cNvSpPr/>
          <p:nvPr/>
        </p:nvSpPr>
        <p:spPr>
          <a:xfrm>
            <a:off x="0" y="6477000"/>
            <a:ext cx="6096000" cy="381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sp>
        <p:nvSpPr>
          <p:cNvPr id="10" name="Text Placeholder 10"/>
          <p:cNvSpPr>
            <a:spLocks noGrp="1"/>
          </p:cNvSpPr>
          <p:nvPr>
            <p:ph type="body" sz="quarter" idx="13" hasCustomPrompt="1"/>
          </p:nvPr>
        </p:nvSpPr>
        <p:spPr>
          <a:xfrm>
            <a:off x="1422400" y="6477000"/>
            <a:ext cx="4673600" cy="381000"/>
          </a:xfrm>
        </p:spPr>
        <p:txBody>
          <a:bodyPr anchor="ctr">
            <a:normAutofit/>
          </a:bodyPr>
          <a:lstStyle>
            <a:lvl1pPr algn="r" fontAlgn="auto">
              <a:spcBef>
                <a:spcPts val="0"/>
              </a:spcBef>
              <a:spcAft>
                <a:spcPts val="0"/>
              </a:spcAft>
              <a:buNone/>
              <a:defRPr lang="en-US" sz="1200" kern="1200" baseline="0">
                <a:solidFill>
                  <a:schemeClr val="bg1"/>
                </a:solidFill>
                <a:latin typeface="微软雅黑" panose="020B0503020204020204" pitchFamily="34" charset="-122"/>
                <a:ea typeface="微软雅黑" panose="020B0503020204020204" pitchFamily="34" charset="-122"/>
                <a:cs typeface="+mn-cs"/>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algn="r" fontAlgn="auto">
              <a:spcBef>
                <a:spcPts val="0"/>
              </a:spcBef>
              <a:spcAft>
                <a:spcPts val="0"/>
              </a:spcAft>
              <a:defRPr/>
            </a:pPr>
            <a:r>
              <a:rPr lang="zh-CN" altLang="en-US" sz="1200" dirty="0">
                <a:solidFill>
                  <a:schemeClr val="bg1"/>
                </a:solidFill>
                <a:latin typeface="+mn-lt"/>
                <a:cs typeface="+mn-cs"/>
              </a:rPr>
              <a:t>周耀阳</a:t>
            </a:r>
            <a:endParaRPr lang="en-US" altLang="zh-CN" sz="1200" dirty="0">
              <a:solidFill>
                <a:schemeClr val="bg1"/>
              </a:solidFill>
              <a:latin typeface="+mn-lt"/>
              <a:cs typeface="+mn-cs"/>
            </a:endParaRPr>
          </a:p>
        </p:txBody>
      </p:sp>
      <p:sp>
        <p:nvSpPr>
          <p:cNvPr id="5" name="Date Placeholder 6"/>
          <p:cNvSpPr>
            <a:spLocks noGrp="1"/>
          </p:cNvSpPr>
          <p:nvPr>
            <p:ph type="dt" sz="half" idx="14"/>
          </p:nvPr>
        </p:nvSpPr>
        <p:spPr>
          <a:xfrm>
            <a:off x="0" y="6492876"/>
            <a:ext cx="1422400" cy="365125"/>
          </a:xfrm>
        </p:spPr>
        <p:txBody>
          <a:bodyPr/>
          <a:lstStyle>
            <a:lvl1pPr>
              <a:defRPr baseline="0" smtClean="0">
                <a:solidFill>
                  <a:schemeClr val="bg1"/>
                </a:solidFill>
              </a:defRPr>
            </a:lvl1pPr>
          </a:lstStyle>
          <a:p>
            <a:fld id="{8BE30D69-200F-4267-9B07-F899B9C78ECA}" type="datetime1">
              <a:rPr lang="zh-CN" altLang="en-US" smtClean="0"/>
              <a:t>2023/3/14</a:t>
            </a:fld>
            <a:endParaRPr lang="zh-CN" altLang="en-US"/>
          </a:p>
        </p:txBody>
      </p:sp>
      <p:sp>
        <p:nvSpPr>
          <p:cNvPr id="6" name="Footer Placeholder 7"/>
          <p:cNvSpPr>
            <a:spLocks noGrp="1"/>
          </p:cNvSpPr>
          <p:nvPr>
            <p:ph type="ftr" sz="quarter" idx="15"/>
          </p:nvPr>
        </p:nvSpPr>
        <p:spPr>
          <a:xfrm>
            <a:off x="6096000" y="6492876"/>
            <a:ext cx="4673600" cy="365125"/>
          </a:xfrm>
        </p:spPr>
        <p:txBody>
          <a:bodyPr/>
          <a:lstStyle>
            <a:lvl1pPr algn="l">
              <a:defRPr baseline="0" smtClean="0">
                <a:solidFill>
                  <a:schemeClr val="bg1"/>
                </a:solidFill>
                <a:latin typeface="Gill Sans MT" panose="020B0502020104020203" pitchFamily="34" charset="0"/>
              </a:defRPr>
            </a:lvl1pPr>
          </a:lstStyle>
          <a:p>
            <a:r>
              <a:rPr lang="en-US" altLang="zh-CN" dirty="0"/>
              <a:t>ICT, CAS</a:t>
            </a:r>
            <a:endParaRPr lang="zh-CN" altLang="en-US" dirty="0"/>
          </a:p>
        </p:txBody>
      </p:sp>
      <p:sp>
        <p:nvSpPr>
          <p:cNvPr id="7" name="Slide Number Placeholder 8"/>
          <p:cNvSpPr>
            <a:spLocks noGrp="1"/>
          </p:cNvSpPr>
          <p:nvPr>
            <p:ph type="sldNum" sz="quarter" idx="16"/>
          </p:nvPr>
        </p:nvSpPr>
        <p:spPr>
          <a:xfrm>
            <a:off x="10769600" y="6492876"/>
            <a:ext cx="1422400" cy="365125"/>
          </a:xfrm>
        </p:spPr>
        <p:txBody>
          <a:bodyPr/>
          <a:lstStyle>
            <a:lvl1pPr>
              <a:defRPr baseline="0" smtClean="0">
                <a:solidFill>
                  <a:schemeClr val="bg1"/>
                </a:solidFill>
              </a:defRPr>
            </a:lvl1pPr>
          </a:lstStyle>
          <a:p>
            <a:fld id="{F7109EFE-30FD-48E2-8926-8E5845D27B82}" type="slidenum">
              <a:rPr lang="zh-CN" altLang="en-US" smtClean="0"/>
              <a:t>‹#›</a:t>
            </a:fld>
            <a:endParaRPr lang="zh-CN" altLang="en-US"/>
          </a:p>
        </p:txBody>
      </p:sp>
    </p:spTree>
    <p:extLst>
      <p:ext uri="{BB962C8B-B14F-4D97-AF65-F5344CB8AC3E}">
        <p14:creationId xmlns:p14="http://schemas.microsoft.com/office/powerpoint/2010/main" val="2486007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273050"/>
            <a:ext cx="4011084" cy="1162050"/>
          </a:xfrm>
        </p:spPr>
        <p:txBody>
          <a:bodyPr anchor="b"/>
          <a:lstStyle>
            <a:lvl1pPr algn="l">
              <a:defRPr sz="2000" b="1">
                <a:latin typeface="Gill Sans MT" panose="020B0502020104020203" pitchFamily="34" charset="0"/>
              </a:defRPr>
            </a:lvl1pPr>
          </a:lstStyle>
          <a:p>
            <a:r>
              <a:rPr lang="zh-CN" altLang="en-US" dirty="0"/>
              <a:t>单击此处编辑</a:t>
            </a:r>
            <a:r>
              <a:rPr lang="en-US" altLang="zh-CN" dirty="0"/>
              <a:t>gill</a:t>
            </a:r>
            <a:endParaRPr lang="en-US" dirty="0"/>
          </a:p>
        </p:txBody>
      </p:sp>
      <p:sp>
        <p:nvSpPr>
          <p:cNvPr id="3" name="Content Placeholder 2"/>
          <p:cNvSpPr>
            <a:spLocks noGrp="1"/>
          </p:cNvSpPr>
          <p:nvPr>
            <p:ph idx="1" hasCustomPrompt="1"/>
          </p:nvPr>
        </p:nvSpPr>
        <p:spPr>
          <a:xfrm>
            <a:off x="4766733" y="273051"/>
            <a:ext cx="6815667" cy="5853113"/>
          </a:xfrm>
        </p:spPr>
        <p:txBody>
          <a:bodyPr/>
          <a:lstStyle>
            <a:lvl1pPr>
              <a:defRPr sz="3200">
                <a:latin typeface="Gill Sans MT" panose="020B0502020104020203" pitchFamily="34" charset="0"/>
              </a:defRPr>
            </a:lvl1pPr>
            <a:lvl2pPr>
              <a:defRPr sz="2800">
                <a:latin typeface="Gill Sans MT" panose="020B0502020104020203" pitchFamily="34" charset="0"/>
              </a:defRPr>
            </a:lvl2pPr>
            <a:lvl3pPr>
              <a:defRPr sz="2400">
                <a:latin typeface="Gill Sans MT" panose="020B0502020104020203" pitchFamily="34" charset="0"/>
              </a:defRPr>
            </a:lvl3pPr>
            <a:lvl4pPr>
              <a:defRPr sz="2000">
                <a:latin typeface="Gill Sans MT" panose="020B0502020104020203" pitchFamily="34" charset="0"/>
              </a:defRPr>
            </a:lvl4pPr>
            <a:lvl5pPr>
              <a:defRPr sz="2000">
                <a:latin typeface="Gill Sans MT" panose="020B0502020104020203" pitchFamily="34" charset="0"/>
              </a:defRPr>
            </a:lvl5pPr>
            <a:lvl6pPr>
              <a:defRPr sz="2000"/>
            </a:lvl6pPr>
            <a:lvl7pPr>
              <a:defRPr sz="2000"/>
            </a:lvl7pPr>
            <a:lvl8pPr>
              <a:defRPr sz="2000"/>
            </a:lvl8pPr>
            <a:lvl9pPr>
              <a:defRPr sz="2000"/>
            </a:lvl9pPr>
          </a:lstStyle>
          <a:p>
            <a:pPr lvl="0"/>
            <a:r>
              <a:rPr lang="zh-CN" altLang="en-US" dirty="0"/>
              <a:t>单击此处</a:t>
            </a:r>
            <a:r>
              <a:rPr lang="en-US" altLang="zh-CN" dirty="0"/>
              <a:t>gill</a:t>
            </a:r>
            <a:endParaRPr lang="zh-CN" altLang="en-US" dirty="0"/>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Text Placeholder 3"/>
          <p:cNvSpPr>
            <a:spLocks noGrp="1"/>
          </p:cNvSpPr>
          <p:nvPr>
            <p:ph type="body" sz="half" idx="2" hasCustomPrompt="1"/>
          </p:nvPr>
        </p:nvSpPr>
        <p:spPr>
          <a:xfrm>
            <a:off x="609601" y="1435101"/>
            <a:ext cx="4011084" cy="4691063"/>
          </a:xfrm>
        </p:spPr>
        <p:txBody>
          <a:bodyPr/>
          <a:lstStyle>
            <a:lvl1pPr marL="0" indent="0">
              <a:buNone/>
              <a:defRPr sz="1400">
                <a:latin typeface="Gill Sans MT" panose="020B0502020104020203"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a:t>
            </a:r>
            <a:r>
              <a:rPr lang="en-US" altLang="zh-CN" dirty="0"/>
              <a:t>hill</a:t>
            </a:r>
            <a:endParaRPr lang="zh-CN" altLang="en-US" dirty="0"/>
          </a:p>
        </p:txBody>
      </p:sp>
      <p:sp>
        <p:nvSpPr>
          <p:cNvPr id="5" name="Date Placeholder 3"/>
          <p:cNvSpPr>
            <a:spLocks noGrp="1"/>
          </p:cNvSpPr>
          <p:nvPr>
            <p:ph type="dt" sz="half" idx="10"/>
          </p:nvPr>
        </p:nvSpPr>
        <p:spPr/>
        <p:txBody>
          <a:bodyPr/>
          <a:lstStyle>
            <a:lvl1pPr>
              <a:defRPr/>
            </a:lvl1pPr>
          </a:lstStyle>
          <a:p>
            <a:fld id="{BCF1AC95-6E70-4D45-8D8A-CC4FFC86568D}" type="datetime1">
              <a:rPr lang="zh-CN" altLang="en-US" smtClean="0"/>
              <a:t>2023/3/14</a:t>
            </a:fld>
            <a:endParaRPr lang="zh-CN" altLang="en-US"/>
          </a:p>
        </p:txBody>
      </p:sp>
      <p:sp>
        <p:nvSpPr>
          <p:cNvPr id="6" name="Footer Placeholder 4"/>
          <p:cNvSpPr>
            <a:spLocks noGrp="1"/>
          </p:cNvSpPr>
          <p:nvPr>
            <p:ph type="ftr" sz="quarter" idx="11"/>
          </p:nvPr>
        </p:nvSpPr>
        <p:spPr/>
        <p:txBody>
          <a:bodyPr/>
          <a:lstStyle>
            <a:lvl1pPr>
              <a:defRPr/>
            </a:lvl1pPr>
          </a:lstStyle>
          <a:p>
            <a:r>
              <a:rPr lang="en-US" altLang="zh-CN"/>
              <a:t>ICT, CAS</a:t>
            </a:r>
            <a:endParaRPr lang="zh-CN" altLang="en-US"/>
          </a:p>
        </p:txBody>
      </p:sp>
      <p:sp>
        <p:nvSpPr>
          <p:cNvPr id="7" name="Slide Number Placeholder 5"/>
          <p:cNvSpPr>
            <a:spLocks noGrp="1"/>
          </p:cNvSpPr>
          <p:nvPr>
            <p:ph type="sldNum" sz="quarter" idx="12"/>
          </p:nvPr>
        </p:nvSpPr>
        <p:spPr/>
        <p:txBody>
          <a:bodyPr/>
          <a:lstStyle>
            <a:lvl1pPr>
              <a:defRPr/>
            </a:lvl1pPr>
          </a:lstStyle>
          <a:p>
            <a:fld id="{F7109EFE-30FD-48E2-8926-8E5845D27B82}" type="slidenum">
              <a:rPr lang="zh-CN" altLang="en-US" smtClean="0"/>
              <a:t>‹#›</a:t>
            </a:fld>
            <a:endParaRPr lang="zh-CN" altLang="en-US"/>
          </a:p>
        </p:txBody>
      </p:sp>
    </p:spTree>
    <p:extLst>
      <p:ext uri="{BB962C8B-B14F-4D97-AF65-F5344CB8AC3E}">
        <p14:creationId xmlns:p14="http://schemas.microsoft.com/office/powerpoint/2010/main" val="79215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89717" y="4800600"/>
            <a:ext cx="7315200" cy="566738"/>
          </a:xfrm>
        </p:spPr>
        <p:txBody>
          <a:bodyPr anchor="b"/>
          <a:lstStyle>
            <a:lvl1pPr algn="l">
              <a:defRPr sz="2000" b="1">
                <a:latin typeface="Gill Sans MT" panose="020B0502020104020203" pitchFamily="34" charset="0"/>
              </a:defRPr>
            </a:lvl1pPr>
          </a:lstStyle>
          <a:p>
            <a:r>
              <a:rPr lang="zh-CN" altLang="en-US" dirty="0"/>
              <a:t>单击此处编辑</a:t>
            </a:r>
            <a:r>
              <a:rPr lang="en-US" altLang="zh-CN" dirty="0"/>
              <a:t>gill</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dirty="0"/>
              <a:t>单击图标添加图片</a:t>
            </a:r>
            <a:endParaRPr lang="en-US" noProof="0" dirty="0"/>
          </a:p>
        </p:txBody>
      </p:sp>
      <p:sp>
        <p:nvSpPr>
          <p:cNvPr id="4" name="Text Placeholder 3"/>
          <p:cNvSpPr>
            <a:spLocks noGrp="1"/>
          </p:cNvSpPr>
          <p:nvPr>
            <p:ph type="body" sz="half" idx="2" hasCustomPrompt="1"/>
          </p:nvPr>
        </p:nvSpPr>
        <p:spPr>
          <a:xfrm>
            <a:off x="2389717" y="5367338"/>
            <a:ext cx="7315200" cy="804862"/>
          </a:xfrm>
        </p:spPr>
        <p:txBody>
          <a:bodyPr/>
          <a:lstStyle>
            <a:lvl1pPr marL="0" indent="0">
              <a:buNone/>
              <a:defRPr sz="1400">
                <a:latin typeface="Gill Sans MT" panose="020B0502020104020203"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a:t>
            </a:r>
            <a:r>
              <a:rPr lang="en-US" altLang="zh-CN" dirty="0"/>
              <a:t>gill</a:t>
            </a:r>
            <a:endParaRPr lang="zh-CN" altLang="en-US" dirty="0"/>
          </a:p>
        </p:txBody>
      </p:sp>
      <p:sp>
        <p:nvSpPr>
          <p:cNvPr id="5" name="Date Placeholder 3"/>
          <p:cNvSpPr>
            <a:spLocks noGrp="1"/>
          </p:cNvSpPr>
          <p:nvPr>
            <p:ph type="dt" sz="half" idx="10"/>
          </p:nvPr>
        </p:nvSpPr>
        <p:spPr/>
        <p:txBody>
          <a:bodyPr/>
          <a:lstStyle>
            <a:lvl1pPr>
              <a:defRPr/>
            </a:lvl1pPr>
          </a:lstStyle>
          <a:p>
            <a:fld id="{BAA4BAAA-BED8-4C59-8176-C9822CE28F7E}" type="datetime1">
              <a:rPr lang="zh-CN" altLang="en-US" smtClean="0"/>
              <a:t>2023/3/14</a:t>
            </a:fld>
            <a:endParaRPr lang="zh-CN" altLang="en-US"/>
          </a:p>
        </p:txBody>
      </p:sp>
      <p:sp>
        <p:nvSpPr>
          <p:cNvPr id="6" name="Footer Placeholder 4"/>
          <p:cNvSpPr>
            <a:spLocks noGrp="1"/>
          </p:cNvSpPr>
          <p:nvPr>
            <p:ph type="ftr" sz="quarter" idx="11"/>
          </p:nvPr>
        </p:nvSpPr>
        <p:spPr/>
        <p:txBody>
          <a:bodyPr/>
          <a:lstStyle>
            <a:lvl1pPr>
              <a:defRPr/>
            </a:lvl1pPr>
          </a:lstStyle>
          <a:p>
            <a:r>
              <a:rPr lang="en-US" altLang="zh-CN"/>
              <a:t>ICT, CAS</a:t>
            </a:r>
            <a:endParaRPr lang="zh-CN" altLang="en-US"/>
          </a:p>
        </p:txBody>
      </p:sp>
      <p:sp>
        <p:nvSpPr>
          <p:cNvPr id="7" name="Slide Number Placeholder 5"/>
          <p:cNvSpPr>
            <a:spLocks noGrp="1"/>
          </p:cNvSpPr>
          <p:nvPr>
            <p:ph type="sldNum" sz="quarter" idx="12"/>
          </p:nvPr>
        </p:nvSpPr>
        <p:spPr/>
        <p:txBody>
          <a:bodyPr/>
          <a:lstStyle>
            <a:lvl1pPr>
              <a:defRPr/>
            </a:lvl1pPr>
          </a:lstStyle>
          <a:p>
            <a:fld id="{F7109EFE-30FD-48E2-8926-8E5845D27B82}" type="slidenum">
              <a:rPr lang="zh-CN" altLang="en-US" smtClean="0"/>
              <a:t>‹#›</a:t>
            </a:fld>
            <a:endParaRPr lang="zh-CN" altLang="en-US"/>
          </a:p>
        </p:txBody>
      </p:sp>
    </p:spTree>
    <p:extLst>
      <p:ext uri="{BB962C8B-B14F-4D97-AF65-F5344CB8AC3E}">
        <p14:creationId xmlns:p14="http://schemas.microsoft.com/office/powerpoint/2010/main" val="1876707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fld id="{DEA6FDAD-5315-40D8-A433-3A38C1DEFE3C}" type="datetime1">
              <a:rPr lang="zh-CN" altLang="en-US" smtClean="0"/>
              <a:t>2023/3/14</a:t>
            </a:fld>
            <a:endParaRPr lang="zh-CN" altLang="en-US"/>
          </a:p>
        </p:txBody>
      </p:sp>
      <p:sp>
        <p:nvSpPr>
          <p:cNvPr id="5" name="Footer Placeholder 4"/>
          <p:cNvSpPr>
            <a:spLocks noGrp="1"/>
          </p:cNvSpPr>
          <p:nvPr>
            <p:ph type="ftr" sz="quarter" idx="11"/>
          </p:nvPr>
        </p:nvSpPr>
        <p:spPr/>
        <p:txBody>
          <a:bodyPr/>
          <a:lstStyle>
            <a:lvl1pPr>
              <a:defRPr/>
            </a:lvl1pPr>
          </a:lstStyle>
          <a:p>
            <a:r>
              <a:rPr lang="en-US" altLang="zh-CN"/>
              <a:t>ICT, CAS</a:t>
            </a:r>
            <a:endParaRPr lang="zh-CN" altLang="en-US"/>
          </a:p>
        </p:txBody>
      </p:sp>
      <p:sp>
        <p:nvSpPr>
          <p:cNvPr id="6" name="Slide Number Placeholder 5"/>
          <p:cNvSpPr>
            <a:spLocks noGrp="1"/>
          </p:cNvSpPr>
          <p:nvPr>
            <p:ph type="sldNum" sz="quarter" idx="12"/>
          </p:nvPr>
        </p:nvSpPr>
        <p:spPr/>
        <p:txBody>
          <a:bodyPr/>
          <a:lstStyle>
            <a:lvl1pPr>
              <a:defRPr/>
            </a:lvl1pPr>
          </a:lstStyle>
          <a:p>
            <a:fld id="{F7109EFE-30FD-48E2-8926-8E5845D27B82}" type="slidenum">
              <a:rPr lang="zh-CN" altLang="en-US" smtClean="0"/>
              <a:t>‹#›</a:t>
            </a:fld>
            <a:endParaRPr lang="zh-CN" altLang="en-US"/>
          </a:p>
        </p:txBody>
      </p:sp>
    </p:spTree>
    <p:extLst>
      <p:ext uri="{BB962C8B-B14F-4D97-AF65-F5344CB8AC3E}">
        <p14:creationId xmlns:p14="http://schemas.microsoft.com/office/powerpoint/2010/main" val="3245286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fld id="{159862B5-1EEE-4F88-9E7A-472AC1CD0618}" type="datetime1">
              <a:rPr lang="zh-CN" altLang="en-US" smtClean="0"/>
              <a:t>2023/3/14</a:t>
            </a:fld>
            <a:endParaRPr lang="zh-CN" altLang="en-US"/>
          </a:p>
        </p:txBody>
      </p:sp>
      <p:sp>
        <p:nvSpPr>
          <p:cNvPr id="5" name="Footer Placeholder 4"/>
          <p:cNvSpPr>
            <a:spLocks noGrp="1"/>
          </p:cNvSpPr>
          <p:nvPr>
            <p:ph type="ftr" sz="quarter" idx="11"/>
          </p:nvPr>
        </p:nvSpPr>
        <p:spPr/>
        <p:txBody>
          <a:bodyPr/>
          <a:lstStyle>
            <a:lvl1pPr>
              <a:defRPr/>
            </a:lvl1pPr>
          </a:lstStyle>
          <a:p>
            <a:r>
              <a:rPr lang="en-US" altLang="zh-CN"/>
              <a:t>ICT, CAS</a:t>
            </a:r>
            <a:endParaRPr lang="zh-CN" altLang="en-US"/>
          </a:p>
        </p:txBody>
      </p:sp>
      <p:sp>
        <p:nvSpPr>
          <p:cNvPr id="6" name="Slide Number Placeholder 5"/>
          <p:cNvSpPr>
            <a:spLocks noGrp="1"/>
          </p:cNvSpPr>
          <p:nvPr>
            <p:ph type="sldNum" sz="quarter" idx="12"/>
          </p:nvPr>
        </p:nvSpPr>
        <p:spPr/>
        <p:txBody>
          <a:bodyPr/>
          <a:lstStyle>
            <a:lvl1pPr>
              <a:defRPr/>
            </a:lvl1pPr>
          </a:lstStyle>
          <a:p>
            <a:fld id="{F7109EFE-30FD-48E2-8926-8E5845D27B82}" type="slidenum">
              <a:rPr lang="zh-CN" altLang="en-US" smtClean="0"/>
              <a:t>‹#›</a:t>
            </a:fld>
            <a:endParaRPr lang="zh-CN" altLang="en-US"/>
          </a:p>
        </p:txBody>
      </p:sp>
    </p:spTree>
    <p:extLst>
      <p:ext uri="{BB962C8B-B14F-4D97-AF65-F5344CB8AC3E}">
        <p14:creationId xmlns:p14="http://schemas.microsoft.com/office/powerpoint/2010/main" val="714614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标题幻灯片">
    <p:spTree>
      <p:nvGrpSpPr>
        <p:cNvPr id="1" name=""/>
        <p:cNvGrpSpPr/>
        <p:nvPr/>
      </p:nvGrpSpPr>
      <p:grpSpPr>
        <a:xfrm>
          <a:off x="0" y="0"/>
          <a:ext cx="0" cy="0"/>
          <a:chOff x="0" y="0"/>
          <a:chExt cx="0" cy="0"/>
        </a:xfrm>
      </p:grpSpPr>
      <p:sp>
        <p:nvSpPr>
          <p:cNvPr id="5" name="Rectangle 44"/>
          <p:cNvSpPr>
            <a:spLocks noChangeArrowheads="1"/>
          </p:cNvSpPr>
          <p:nvPr/>
        </p:nvSpPr>
        <p:spPr bwMode="auto">
          <a:xfrm>
            <a:off x="334434" y="4076700"/>
            <a:ext cx="11523133" cy="71438"/>
          </a:xfrm>
          <a:prstGeom prst="rect">
            <a:avLst/>
          </a:prstGeom>
          <a:solidFill>
            <a:srgbClr val="C00000"/>
          </a:solidFill>
          <a:ln>
            <a:noFill/>
          </a:ln>
        </p:spPr>
        <p:txBody>
          <a:bodyPr wrap="none" anchor="ctr"/>
          <a:lstStyle/>
          <a:p>
            <a:endParaRPr lang="zh-CN" altLang="en-US" sz="1800"/>
          </a:p>
        </p:txBody>
      </p:sp>
      <p:sp>
        <p:nvSpPr>
          <p:cNvPr id="32771" name="Rectangle 3"/>
          <p:cNvSpPr>
            <a:spLocks noGrp="1" noChangeArrowheads="1"/>
          </p:cNvSpPr>
          <p:nvPr>
            <p:ph type="ctrTitle" hasCustomPrompt="1"/>
          </p:nvPr>
        </p:nvSpPr>
        <p:spPr>
          <a:xfrm>
            <a:off x="1390650" y="1839277"/>
            <a:ext cx="9410700" cy="2062163"/>
          </a:xfrm>
        </p:spPr>
        <p:txBody>
          <a:bodyPr/>
          <a:lstStyle>
            <a:lvl1pPr algn="ctr">
              <a:defRPr sz="4400" b="1">
                <a:latin typeface="Gill Sans MT" panose="020B0502020104020203" pitchFamily="34" charset="0"/>
                <a:ea typeface="+mj-ea"/>
              </a:defRPr>
            </a:lvl1pPr>
          </a:lstStyle>
          <a:p>
            <a:r>
              <a:rPr lang="zh-CN" altLang="en-US" dirty="0"/>
              <a:t>单击此处编辑母版</a:t>
            </a:r>
            <a:r>
              <a:rPr lang="en-US" altLang="zh-CN" dirty="0"/>
              <a:t>gill</a:t>
            </a:r>
            <a:endParaRPr lang="zh-CN" altLang="en-US" dirty="0"/>
          </a:p>
        </p:txBody>
      </p:sp>
      <p:sp>
        <p:nvSpPr>
          <p:cNvPr id="32772" name="Rectangle 4"/>
          <p:cNvSpPr>
            <a:spLocks noGrp="1" noChangeArrowheads="1"/>
          </p:cNvSpPr>
          <p:nvPr>
            <p:ph type="subTitle" idx="1" hasCustomPrompt="1"/>
          </p:nvPr>
        </p:nvSpPr>
        <p:spPr>
          <a:xfrm>
            <a:off x="1930400" y="4437698"/>
            <a:ext cx="8331200" cy="1641475"/>
          </a:xfrm>
        </p:spPr>
        <p:txBody>
          <a:bodyPr>
            <a:normAutofit/>
          </a:bodyPr>
          <a:lstStyle>
            <a:lvl1pPr marL="0" indent="0" algn="ctr">
              <a:buFont typeface="Wingdings" panose="05000000000000000000" pitchFamily="2" charset="2"/>
              <a:buNone/>
              <a:defRPr sz="2800">
                <a:latin typeface="Gill Sans MT" panose="020B0502020104020203" pitchFamily="34" charset="0"/>
                <a:ea typeface="+mn-ea"/>
              </a:defRPr>
            </a:lvl1pPr>
          </a:lstStyle>
          <a:p>
            <a:r>
              <a:rPr lang="zh-CN" altLang="en-US" dirty="0"/>
              <a:t>单击此处编辑母版</a:t>
            </a:r>
            <a:r>
              <a:rPr lang="en-US" altLang="zh-CN" dirty="0"/>
              <a:t>gill</a:t>
            </a:r>
            <a:endParaRPr lang="zh-CN" altLang="en-US" dirty="0"/>
          </a:p>
        </p:txBody>
      </p:sp>
      <p:pic>
        <p:nvPicPr>
          <p:cNvPr id="1026" name="Picture 2">
            <a:extLst>
              <a:ext uri="{FF2B5EF4-FFF2-40B4-BE49-F238E27FC236}">
                <a16:creationId xmlns:a16="http://schemas.microsoft.com/office/drawing/2014/main" id="{6C00FAFA-D83B-4AE0-8726-8256C2AA41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768"/>
          <a:stretch/>
        </p:blipFill>
        <p:spPr bwMode="auto">
          <a:xfrm>
            <a:off x="254999" y="216811"/>
            <a:ext cx="3393986" cy="468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2F00615B-9FDE-4016-9CAA-E353B2EAF2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965"/>
          <a:stretch/>
        </p:blipFill>
        <p:spPr bwMode="auto">
          <a:xfrm>
            <a:off x="4294855" y="216810"/>
            <a:ext cx="3602289" cy="468000"/>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组合 14">
            <a:extLst>
              <a:ext uri="{FF2B5EF4-FFF2-40B4-BE49-F238E27FC236}">
                <a16:creationId xmlns:a16="http://schemas.microsoft.com/office/drawing/2014/main" id="{9D4B4524-B75E-4932-98F4-6CB81E95B579}"/>
              </a:ext>
            </a:extLst>
          </p:cNvPr>
          <p:cNvGrpSpPr/>
          <p:nvPr/>
        </p:nvGrpSpPr>
        <p:grpSpPr>
          <a:xfrm>
            <a:off x="8719323" y="216810"/>
            <a:ext cx="2082027" cy="468000"/>
            <a:chOff x="3777531" y="825173"/>
            <a:chExt cx="2082027" cy="468000"/>
          </a:xfrm>
        </p:grpSpPr>
        <p:pic>
          <p:nvPicPr>
            <p:cNvPr id="13" name="图片 12" descr="图示&#10;&#10;描述已自动生成">
              <a:extLst>
                <a:ext uri="{FF2B5EF4-FFF2-40B4-BE49-F238E27FC236}">
                  <a16:creationId xmlns:a16="http://schemas.microsoft.com/office/drawing/2014/main" id="{38BF3221-E9C7-4F02-AD27-F5C356F17F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777531" y="825173"/>
              <a:ext cx="468000" cy="468000"/>
            </a:xfrm>
            <a:prstGeom prst="rect">
              <a:avLst/>
            </a:prstGeom>
          </p:spPr>
        </p:pic>
        <p:sp>
          <p:nvSpPr>
            <p:cNvPr id="14" name="文本框 13">
              <a:extLst>
                <a:ext uri="{FF2B5EF4-FFF2-40B4-BE49-F238E27FC236}">
                  <a16:creationId xmlns:a16="http://schemas.microsoft.com/office/drawing/2014/main" id="{4FFC8CD6-4EAA-4C52-A73B-CB5FB054BDD5}"/>
                </a:ext>
              </a:extLst>
            </p:cNvPr>
            <p:cNvSpPr txBox="1"/>
            <p:nvPr userDrawn="1"/>
          </p:nvSpPr>
          <p:spPr>
            <a:xfrm>
              <a:off x="4245532" y="843729"/>
              <a:ext cx="1614026" cy="430887"/>
            </a:xfrm>
            <a:prstGeom prst="rect">
              <a:avLst/>
            </a:prstGeom>
            <a:noFill/>
          </p:spPr>
          <p:txBody>
            <a:bodyPr wrap="square" rtlCol="0">
              <a:spAutoFit/>
            </a:bodyPr>
            <a:lstStyle/>
            <a:p>
              <a:r>
                <a:rPr lang="zh-CN" altLang="en-US" sz="2200" b="0" dirty="0">
                  <a:latin typeface="黑体" panose="02010609060101010101" pitchFamily="49" charset="-122"/>
                  <a:ea typeface="黑体" panose="02010609060101010101" pitchFamily="49" charset="-122"/>
                </a:rPr>
                <a:t>鹏城实验室</a:t>
              </a:r>
            </a:p>
          </p:txBody>
        </p:sp>
      </p:grpSp>
    </p:spTree>
    <p:extLst>
      <p:ext uri="{BB962C8B-B14F-4D97-AF65-F5344CB8AC3E}">
        <p14:creationId xmlns:p14="http://schemas.microsoft.com/office/powerpoint/2010/main" val="1290396113"/>
      </p:ext>
    </p:extLst>
  </p:cSld>
  <p:clrMapOvr>
    <a:masterClrMapping/>
  </p:clrMapOvr>
  <p:transition spd="med"/>
  <p:hf hdr="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09600" y="318368"/>
            <a:ext cx="11089640" cy="671673"/>
          </a:xfrm>
        </p:spPr>
        <p:txBody>
          <a:bodyPr>
            <a:normAutofit/>
          </a:bodyPr>
          <a:lstStyle>
            <a:lvl1pPr>
              <a:defRPr sz="3600" b="1">
                <a:solidFill>
                  <a:srgbClr val="C00000"/>
                </a:solidFill>
                <a:latin typeface="Gill Sans MT" panose="020B0502020104020203" pitchFamily="34" charset="0"/>
                <a:ea typeface="+mj-ea"/>
              </a:defRPr>
            </a:lvl1pPr>
          </a:lstStyle>
          <a:p>
            <a:r>
              <a:rPr lang="zh-CN" altLang="en-US" dirty="0"/>
              <a:t>单击此处</a:t>
            </a:r>
            <a:r>
              <a:rPr lang="en-US" altLang="zh-CN" dirty="0"/>
              <a:t>gill</a:t>
            </a:r>
            <a:endParaRPr lang="zh-CN" altLang="en-US" dirty="0"/>
          </a:p>
        </p:txBody>
      </p:sp>
      <p:sp>
        <p:nvSpPr>
          <p:cNvPr id="3" name="内容占位符 2"/>
          <p:cNvSpPr>
            <a:spLocks noGrp="1"/>
          </p:cNvSpPr>
          <p:nvPr>
            <p:ph idx="1" hasCustomPrompt="1"/>
          </p:nvPr>
        </p:nvSpPr>
        <p:spPr>
          <a:xfrm>
            <a:off x="609600" y="1178560"/>
            <a:ext cx="11089640" cy="4998403"/>
          </a:xfrm>
        </p:spPr>
        <p:txBody>
          <a:bodyPr/>
          <a:lstStyle>
            <a:lvl1pPr>
              <a:defRPr sz="2400">
                <a:latin typeface="Gill Sans MT" panose="020B0502020104020203" pitchFamily="34" charset="0"/>
                <a:ea typeface="+mn-ea"/>
              </a:defRPr>
            </a:lvl1pPr>
            <a:lvl2pPr>
              <a:defRPr>
                <a:latin typeface="Gill Sans MT" panose="020B0502020104020203" pitchFamily="34" charset="0"/>
                <a:ea typeface="+mn-ea"/>
              </a:defRPr>
            </a:lvl2pPr>
            <a:lvl3pPr>
              <a:defRPr>
                <a:latin typeface="Gill Sans MT" panose="020B0502020104020203" pitchFamily="34" charset="0"/>
                <a:ea typeface="+mn-ea"/>
              </a:defRPr>
            </a:lvl3pPr>
            <a:lvl4pPr>
              <a:defRPr>
                <a:latin typeface="Gill Sans MT" panose="020B0502020104020203" pitchFamily="34" charset="0"/>
                <a:ea typeface="+mn-ea"/>
              </a:defRPr>
            </a:lvl4pPr>
            <a:lvl5pPr>
              <a:defRPr>
                <a:latin typeface="Gill Sans MT" panose="020B0502020104020203" pitchFamily="34" charset="0"/>
                <a:ea typeface="+mn-ea"/>
              </a:defRPr>
            </a:lvl5pPr>
          </a:lstStyle>
          <a:p>
            <a:pPr lvl="0"/>
            <a:r>
              <a:rPr lang="zh-CN" altLang="en-US" dirty="0"/>
              <a:t>单击此处编辑</a:t>
            </a:r>
            <a:r>
              <a:rPr lang="en-US" altLang="zh-CN" dirty="0"/>
              <a:t>gill</a:t>
            </a:r>
            <a:endParaRPr lang="zh-CN" altLang="en-US" dirty="0"/>
          </a:p>
          <a:p>
            <a:pPr lvl="1"/>
            <a:r>
              <a:rPr lang="zh-CN" altLang="en-US" dirty="0"/>
              <a:t>二级</a:t>
            </a:r>
            <a:r>
              <a:rPr lang="en-US" altLang="zh-CN" dirty="0"/>
              <a:t>gill</a:t>
            </a:r>
            <a:endParaRPr lang="zh-CN" altLang="en-US" dirty="0"/>
          </a:p>
          <a:p>
            <a:pPr lvl="2"/>
            <a:r>
              <a:rPr lang="zh-CN" altLang="en-US" dirty="0"/>
              <a:t>三级</a:t>
            </a:r>
            <a:r>
              <a:rPr lang="en-US" altLang="zh-CN" dirty="0"/>
              <a:t>gill</a:t>
            </a:r>
            <a:endParaRPr lang="zh-CN" altLang="en-US" dirty="0"/>
          </a:p>
          <a:p>
            <a:pPr lvl="3"/>
            <a:r>
              <a:rPr lang="zh-CN" altLang="en-US" dirty="0"/>
              <a:t>四</a:t>
            </a:r>
            <a:r>
              <a:rPr lang="en-US" altLang="zh-CN" dirty="0" err="1"/>
              <a:t>giil</a:t>
            </a:r>
            <a:r>
              <a:rPr lang="zh-CN" altLang="en-US" dirty="0"/>
              <a:t>级</a:t>
            </a:r>
          </a:p>
          <a:p>
            <a:pPr lvl="4"/>
            <a:r>
              <a:rPr lang="zh-CN" altLang="en-US" dirty="0"/>
              <a:t>五级</a:t>
            </a:r>
            <a:r>
              <a:rPr lang="en-US" altLang="zh-CN" dirty="0"/>
              <a:t>gill</a:t>
            </a:r>
            <a:endParaRPr lang="zh-CN" altLang="en-US" dirty="0"/>
          </a:p>
        </p:txBody>
      </p:sp>
      <p:sp>
        <p:nvSpPr>
          <p:cNvPr id="7" name="矩形 6">
            <a:extLst>
              <a:ext uri="{FF2B5EF4-FFF2-40B4-BE49-F238E27FC236}">
                <a16:creationId xmlns:a16="http://schemas.microsoft.com/office/drawing/2014/main" id="{E3149B0C-AE99-424D-80A8-C14AC1CCECF9}"/>
              </a:ext>
            </a:extLst>
          </p:cNvPr>
          <p:cNvSpPr/>
          <p:nvPr/>
        </p:nvSpPr>
        <p:spPr>
          <a:xfrm>
            <a:off x="278765" y="519268"/>
            <a:ext cx="269875" cy="26987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页脚占位符 4">
            <a:extLst>
              <a:ext uri="{FF2B5EF4-FFF2-40B4-BE49-F238E27FC236}">
                <a16:creationId xmlns:a16="http://schemas.microsoft.com/office/drawing/2014/main" id="{E5A1487F-20FC-44E7-8585-D06EE0F89F06}"/>
              </a:ext>
            </a:extLst>
          </p:cNvPr>
          <p:cNvSpPr txBox="1">
            <a:spLocks/>
          </p:cNvSpPr>
          <p:nvPr/>
        </p:nvSpPr>
        <p:spPr>
          <a:xfrm>
            <a:off x="4038600" y="6365482"/>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300" kern="120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中国科学院计算技术研究所</a:t>
            </a:r>
            <a:r>
              <a:rPr lang="en-US" altLang="zh-CN"/>
              <a:t> (ICT, CAS)</a:t>
            </a:r>
            <a:endParaRPr lang="zh-CN" altLang="en-US" dirty="0"/>
          </a:p>
        </p:txBody>
      </p:sp>
      <p:sp>
        <p:nvSpPr>
          <p:cNvPr id="28" name="灯片编号占位符 5">
            <a:extLst>
              <a:ext uri="{FF2B5EF4-FFF2-40B4-BE49-F238E27FC236}">
                <a16:creationId xmlns:a16="http://schemas.microsoft.com/office/drawing/2014/main" id="{37577046-F998-4C0A-98DA-43B6659F4EF6}"/>
              </a:ext>
            </a:extLst>
          </p:cNvPr>
          <p:cNvSpPr txBox="1">
            <a:spLocks/>
          </p:cNvSpPr>
          <p:nvPr/>
        </p:nvSpPr>
        <p:spPr>
          <a:xfrm>
            <a:off x="8610600" y="6356349"/>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300" kern="120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C71E92-1F8A-468C-B6F0-EBD75B5FA3D2}" type="slidenum">
              <a:rPr lang="zh-CN" altLang="en-US" smtClean="0"/>
              <a:pPr/>
              <a:t>‹#›</a:t>
            </a:fld>
            <a:endParaRPr lang="zh-CN" altLang="en-US"/>
          </a:p>
        </p:txBody>
      </p:sp>
      <p:sp>
        <p:nvSpPr>
          <p:cNvPr id="8" name="页脚占位符 4">
            <a:extLst>
              <a:ext uri="{FF2B5EF4-FFF2-40B4-BE49-F238E27FC236}">
                <a16:creationId xmlns:a16="http://schemas.microsoft.com/office/drawing/2014/main" id="{90D8F0AE-BCAA-4D98-BD79-BC164D61F0CA}"/>
              </a:ext>
            </a:extLst>
          </p:cNvPr>
          <p:cNvSpPr txBox="1">
            <a:spLocks/>
          </p:cNvSpPr>
          <p:nvPr/>
        </p:nvSpPr>
        <p:spPr>
          <a:xfrm>
            <a:off x="4038600" y="6365482"/>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300" kern="120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中国科学院计算技术研究所</a:t>
            </a:r>
            <a:r>
              <a:rPr lang="en-US" altLang="zh-CN"/>
              <a:t> (ICT, CAS)</a:t>
            </a:r>
            <a:endParaRPr lang="zh-CN" altLang="en-US" dirty="0"/>
          </a:p>
        </p:txBody>
      </p:sp>
      <p:sp>
        <p:nvSpPr>
          <p:cNvPr id="9" name="灯片编号占位符 5">
            <a:extLst>
              <a:ext uri="{FF2B5EF4-FFF2-40B4-BE49-F238E27FC236}">
                <a16:creationId xmlns:a16="http://schemas.microsoft.com/office/drawing/2014/main" id="{C86EA327-55DD-4B45-ACA4-DB429F843B3D}"/>
              </a:ext>
            </a:extLst>
          </p:cNvPr>
          <p:cNvSpPr txBox="1">
            <a:spLocks/>
          </p:cNvSpPr>
          <p:nvPr/>
        </p:nvSpPr>
        <p:spPr>
          <a:xfrm>
            <a:off x="8610600" y="6356349"/>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300" kern="120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C71E92-1F8A-468C-B6F0-EBD75B5FA3D2}" type="slidenum">
              <a:rPr lang="zh-CN" altLang="en-US" smtClean="0"/>
              <a:pPr/>
              <a:t>‹#›</a:t>
            </a:fld>
            <a:endParaRPr lang="zh-CN" altLang="en-US"/>
          </a:p>
        </p:txBody>
      </p:sp>
    </p:spTree>
    <p:extLst>
      <p:ext uri="{BB962C8B-B14F-4D97-AF65-F5344CB8AC3E}">
        <p14:creationId xmlns:p14="http://schemas.microsoft.com/office/powerpoint/2010/main" val="41900289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18368"/>
            <a:ext cx="11089640" cy="671673"/>
          </a:xfrm>
        </p:spPr>
        <p:txBody>
          <a:bodyPr>
            <a:normAutofit/>
          </a:bodyPr>
          <a:lstStyle>
            <a:lvl1pPr>
              <a:defRPr sz="3600" b="1">
                <a:solidFill>
                  <a:srgbClr val="C00000"/>
                </a:solidFill>
                <a:latin typeface="+mn-ea"/>
                <a:ea typeface="+mn-ea"/>
              </a:defRPr>
            </a:lvl1pPr>
          </a:lstStyle>
          <a:p>
            <a:r>
              <a:rPr lang="zh-CN" altLang="en-US" dirty="0"/>
              <a:t>单击此处编辑母版标题样式</a:t>
            </a:r>
          </a:p>
        </p:txBody>
      </p:sp>
      <p:sp>
        <p:nvSpPr>
          <p:cNvPr id="3" name="内容占位符 2"/>
          <p:cNvSpPr>
            <a:spLocks noGrp="1"/>
          </p:cNvSpPr>
          <p:nvPr>
            <p:ph idx="1"/>
          </p:nvPr>
        </p:nvSpPr>
        <p:spPr>
          <a:xfrm>
            <a:off x="609600" y="1178560"/>
            <a:ext cx="11089640" cy="4998403"/>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7" name="页脚占位符 4">
            <a:extLst>
              <a:ext uri="{FF2B5EF4-FFF2-40B4-BE49-F238E27FC236}">
                <a16:creationId xmlns:a16="http://schemas.microsoft.com/office/drawing/2014/main" id="{E5A1487F-20FC-44E7-8585-D06EE0F89F06}"/>
              </a:ext>
            </a:extLst>
          </p:cNvPr>
          <p:cNvSpPr txBox="1">
            <a:spLocks/>
          </p:cNvSpPr>
          <p:nvPr/>
        </p:nvSpPr>
        <p:spPr>
          <a:xfrm>
            <a:off x="4038600" y="6365482"/>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300" kern="120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中国科学院计算技术研究所</a:t>
            </a:r>
            <a:r>
              <a:rPr lang="en-US" altLang="zh-CN"/>
              <a:t> (ICT, CAS)</a:t>
            </a:r>
            <a:endParaRPr lang="zh-CN" altLang="en-US" dirty="0"/>
          </a:p>
        </p:txBody>
      </p:sp>
      <p:sp>
        <p:nvSpPr>
          <p:cNvPr id="28" name="灯片编号占位符 5">
            <a:extLst>
              <a:ext uri="{FF2B5EF4-FFF2-40B4-BE49-F238E27FC236}">
                <a16:creationId xmlns:a16="http://schemas.microsoft.com/office/drawing/2014/main" id="{37577046-F998-4C0A-98DA-43B6659F4EF6}"/>
              </a:ext>
            </a:extLst>
          </p:cNvPr>
          <p:cNvSpPr txBox="1">
            <a:spLocks/>
          </p:cNvSpPr>
          <p:nvPr/>
        </p:nvSpPr>
        <p:spPr>
          <a:xfrm>
            <a:off x="8610600" y="6356349"/>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300" kern="120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C71E92-1F8A-468C-B6F0-EBD75B5FA3D2}" type="slidenum">
              <a:rPr lang="zh-CN" altLang="en-US" smtClean="0"/>
              <a:pPr/>
              <a:t>‹#›</a:t>
            </a:fld>
            <a:endParaRPr lang="zh-CN" altLang="en-US"/>
          </a:p>
        </p:txBody>
      </p:sp>
    </p:spTree>
    <p:extLst>
      <p:ext uri="{BB962C8B-B14F-4D97-AF65-F5344CB8AC3E}">
        <p14:creationId xmlns:p14="http://schemas.microsoft.com/office/powerpoint/2010/main" val="3370663750"/>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09600" y="318368"/>
            <a:ext cx="11089640" cy="671673"/>
          </a:xfrm>
        </p:spPr>
        <p:txBody>
          <a:bodyPr>
            <a:normAutofit/>
          </a:bodyPr>
          <a:lstStyle>
            <a:lvl1pPr>
              <a:defRPr sz="3600" b="1">
                <a:solidFill>
                  <a:srgbClr val="C00000"/>
                </a:solidFill>
                <a:latin typeface="Gill Sans MT" panose="020B0502020104020203" pitchFamily="34" charset="0"/>
                <a:ea typeface="+mn-ea"/>
              </a:defRPr>
            </a:lvl1pPr>
          </a:lstStyle>
          <a:p>
            <a:r>
              <a:rPr lang="zh-CN" altLang="en-US" dirty="0"/>
              <a:t>单击此处编辑</a:t>
            </a:r>
            <a:r>
              <a:rPr lang="en-US" altLang="zh-CN" dirty="0"/>
              <a:t>gill</a:t>
            </a:r>
            <a:endParaRPr lang="zh-CN" altLang="en-US" dirty="0"/>
          </a:p>
        </p:txBody>
      </p:sp>
      <p:sp>
        <p:nvSpPr>
          <p:cNvPr id="3" name="内容占位符 2"/>
          <p:cNvSpPr>
            <a:spLocks noGrp="1"/>
          </p:cNvSpPr>
          <p:nvPr>
            <p:ph idx="1" hasCustomPrompt="1"/>
          </p:nvPr>
        </p:nvSpPr>
        <p:spPr>
          <a:xfrm>
            <a:off x="609600" y="1143000"/>
            <a:ext cx="5220000" cy="5033963"/>
          </a:xfrm>
        </p:spPr>
        <p:txBody>
          <a:bodyPr>
            <a:normAutofit/>
          </a:bodyPr>
          <a:lstStyle>
            <a:lvl1pPr>
              <a:defRPr sz="2400">
                <a:latin typeface="Gill Sans MT" panose="020B0502020104020203" pitchFamily="34" charset="0"/>
                <a:ea typeface="+mn-ea"/>
              </a:defRPr>
            </a:lvl1pPr>
            <a:lvl2pPr>
              <a:defRPr sz="2000">
                <a:latin typeface="Gill Sans MT" panose="020B0502020104020203" pitchFamily="34" charset="0"/>
                <a:ea typeface="+mn-ea"/>
              </a:defRPr>
            </a:lvl2pPr>
            <a:lvl3pPr>
              <a:defRPr sz="1800">
                <a:latin typeface="Gill Sans MT" panose="020B0502020104020203" pitchFamily="34" charset="0"/>
                <a:ea typeface="+mn-ea"/>
              </a:defRPr>
            </a:lvl3pPr>
            <a:lvl4pPr>
              <a:defRPr sz="1600">
                <a:latin typeface="Gill Sans MT" panose="020B0502020104020203" pitchFamily="34" charset="0"/>
                <a:ea typeface="+mn-ea"/>
              </a:defRPr>
            </a:lvl4pPr>
            <a:lvl5pPr>
              <a:defRPr sz="1600">
                <a:latin typeface="Gill Sans MT" panose="020B0502020104020203" pitchFamily="34" charset="0"/>
                <a:ea typeface="+mn-ea"/>
              </a:defRPr>
            </a:lvl5pPr>
          </a:lstStyle>
          <a:p>
            <a:pPr lvl="0"/>
            <a:r>
              <a:rPr lang="zh-CN" altLang="en-US" dirty="0"/>
              <a:t>单击此处编辑母版</a:t>
            </a:r>
            <a:r>
              <a:rPr lang="en-US" altLang="zh-CN" dirty="0"/>
              <a:t>gill</a:t>
            </a:r>
            <a:endParaRPr lang="zh-CN" altLang="en-US" dirty="0"/>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矩形 6">
            <a:extLst>
              <a:ext uri="{FF2B5EF4-FFF2-40B4-BE49-F238E27FC236}">
                <a16:creationId xmlns:a16="http://schemas.microsoft.com/office/drawing/2014/main" id="{E3149B0C-AE99-424D-80A8-C14AC1CCECF9}"/>
              </a:ext>
            </a:extLst>
          </p:cNvPr>
          <p:cNvSpPr/>
          <p:nvPr/>
        </p:nvSpPr>
        <p:spPr>
          <a:xfrm>
            <a:off x="278765" y="519268"/>
            <a:ext cx="269875" cy="26987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内容占位符 2">
            <a:extLst>
              <a:ext uri="{FF2B5EF4-FFF2-40B4-BE49-F238E27FC236}">
                <a16:creationId xmlns:a16="http://schemas.microsoft.com/office/drawing/2014/main" id="{820C81BA-515B-4D7D-BECE-606F05C53031}"/>
              </a:ext>
            </a:extLst>
          </p:cNvPr>
          <p:cNvSpPr>
            <a:spLocks noGrp="1"/>
          </p:cNvSpPr>
          <p:nvPr>
            <p:ph idx="13" hasCustomPrompt="1"/>
          </p:nvPr>
        </p:nvSpPr>
        <p:spPr>
          <a:xfrm>
            <a:off x="6479240" y="1143000"/>
            <a:ext cx="5220000" cy="5033963"/>
          </a:xfrm>
        </p:spPr>
        <p:txBody>
          <a:bodyPr>
            <a:normAutofit/>
          </a:bodyPr>
          <a:lstStyle>
            <a:lvl1pPr>
              <a:defRPr sz="2400">
                <a:latin typeface="Gill Sans MT" panose="020B0502020104020203" pitchFamily="34" charset="0"/>
                <a:ea typeface="+mn-ea"/>
              </a:defRPr>
            </a:lvl1pPr>
            <a:lvl2pPr>
              <a:defRPr sz="2000">
                <a:latin typeface="Gill Sans MT" panose="020B0502020104020203" pitchFamily="34" charset="0"/>
                <a:ea typeface="+mn-ea"/>
              </a:defRPr>
            </a:lvl2pPr>
            <a:lvl3pPr>
              <a:defRPr sz="1800">
                <a:latin typeface="Gill Sans MT" panose="020B0502020104020203" pitchFamily="34" charset="0"/>
                <a:ea typeface="+mn-ea"/>
              </a:defRPr>
            </a:lvl3pPr>
            <a:lvl4pPr>
              <a:defRPr sz="1600">
                <a:latin typeface="Gill Sans MT" panose="020B0502020104020203" pitchFamily="34" charset="0"/>
                <a:ea typeface="+mn-ea"/>
              </a:defRPr>
            </a:lvl4pPr>
            <a:lvl5pPr>
              <a:defRPr sz="1600">
                <a:latin typeface="Gill Sans MT" panose="020B0502020104020203" pitchFamily="34" charset="0"/>
                <a:ea typeface="+mn-ea"/>
              </a:defRPr>
            </a:lvl5pPr>
          </a:lstStyle>
          <a:p>
            <a:pPr lvl="0"/>
            <a:r>
              <a:rPr lang="zh-CN" altLang="en-US" dirty="0"/>
              <a:t>单击此处编辑母版</a:t>
            </a:r>
            <a:r>
              <a:rPr lang="en-US" altLang="zh-CN" dirty="0"/>
              <a:t>gill</a:t>
            </a:r>
            <a:endParaRPr lang="zh-CN" altLang="en-US" dirty="0"/>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13" name="页脚占位符 4">
            <a:extLst>
              <a:ext uri="{FF2B5EF4-FFF2-40B4-BE49-F238E27FC236}">
                <a16:creationId xmlns:a16="http://schemas.microsoft.com/office/drawing/2014/main" id="{3F053243-A890-46E7-AB95-6A39F9E76B65}"/>
              </a:ext>
            </a:extLst>
          </p:cNvPr>
          <p:cNvSpPr txBox="1">
            <a:spLocks/>
          </p:cNvSpPr>
          <p:nvPr/>
        </p:nvSpPr>
        <p:spPr>
          <a:xfrm>
            <a:off x="4038600" y="6365482"/>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300" kern="120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中国科学院计算技术研究所</a:t>
            </a:r>
            <a:r>
              <a:rPr lang="en-US" altLang="zh-CN"/>
              <a:t> (ICT, CAS)</a:t>
            </a:r>
            <a:endParaRPr lang="zh-CN" altLang="en-US" dirty="0"/>
          </a:p>
        </p:txBody>
      </p:sp>
      <p:sp>
        <p:nvSpPr>
          <p:cNvPr id="14" name="灯片编号占位符 5">
            <a:extLst>
              <a:ext uri="{FF2B5EF4-FFF2-40B4-BE49-F238E27FC236}">
                <a16:creationId xmlns:a16="http://schemas.microsoft.com/office/drawing/2014/main" id="{133B2A28-C846-4CFB-A981-3AB5EC600ABF}"/>
              </a:ext>
            </a:extLst>
          </p:cNvPr>
          <p:cNvSpPr txBox="1">
            <a:spLocks/>
          </p:cNvSpPr>
          <p:nvPr/>
        </p:nvSpPr>
        <p:spPr>
          <a:xfrm>
            <a:off x="8610600" y="6356349"/>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300" kern="120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C71E92-1F8A-468C-B6F0-EBD75B5FA3D2}" type="slidenum">
              <a:rPr lang="zh-CN" altLang="en-US" smtClean="0"/>
              <a:pPr/>
              <a:t>‹#›</a:t>
            </a:fld>
            <a:endParaRPr lang="zh-CN" altLang="en-US"/>
          </a:p>
        </p:txBody>
      </p:sp>
      <p:sp>
        <p:nvSpPr>
          <p:cNvPr id="9" name="页脚占位符 4">
            <a:extLst>
              <a:ext uri="{FF2B5EF4-FFF2-40B4-BE49-F238E27FC236}">
                <a16:creationId xmlns:a16="http://schemas.microsoft.com/office/drawing/2014/main" id="{8CC2B662-635F-4755-9FDE-5C7B7C59B9BA}"/>
              </a:ext>
            </a:extLst>
          </p:cNvPr>
          <p:cNvSpPr txBox="1">
            <a:spLocks/>
          </p:cNvSpPr>
          <p:nvPr/>
        </p:nvSpPr>
        <p:spPr>
          <a:xfrm>
            <a:off x="4038600" y="6365482"/>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300" kern="120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中国科学院计算技术研究所</a:t>
            </a:r>
            <a:r>
              <a:rPr lang="en-US" altLang="zh-CN"/>
              <a:t> (ICT, CAS)</a:t>
            </a:r>
            <a:endParaRPr lang="zh-CN" altLang="en-US" dirty="0"/>
          </a:p>
        </p:txBody>
      </p:sp>
      <p:sp>
        <p:nvSpPr>
          <p:cNvPr id="10" name="灯片编号占位符 5">
            <a:extLst>
              <a:ext uri="{FF2B5EF4-FFF2-40B4-BE49-F238E27FC236}">
                <a16:creationId xmlns:a16="http://schemas.microsoft.com/office/drawing/2014/main" id="{40A93213-E5BA-41AB-9B16-3D7D19CFA59A}"/>
              </a:ext>
            </a:extLst>
          </p:cNvPr>
          <p:cNvSpPr txBox="1">
            <a:spLocks/>
          </p:cNvSpPr>
          <p:nvPr/>
        </p:nvSpPr>
        <p:spPr>
          <a:xfrm>
            <a:off x="8610600" y="6356349"/>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300" kern="120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C71E92-1F8A-468C-B6F0-EBD75B5FA3D2}" type="slidenum">
              <a:rPr lang="zh-CN" altLang="en-US" smtClean="0"/>
              <a:pPr/>
              <a:t>‹#›</a:t>
            </a:fld>
            <a:endParaRPr lang="zh-CN" altLang="en-US"/>
          </a:p>
        </p:txBody>
      </p:sp>
    </p:spTree>
    <p:extLst>
      <p:ext uri="{BB962C8B-B14F-4D97-AF65-F5344CB8AC3E}">
        <p14:creationId xmlns:p14="http://schemas.microsoft.com/office/powerpoint/2010/main" val="3409983921"/>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标题和内容">
    <p:spTree>
      <p:nvGrpSpPr>
        <p:cNvPr id="1" name=""/>
        <p:cNvGrpSpPr/>
        <p:nvPr/>
      </p:nvGrpSpPr>
      <p:grpSpPr>
        <a:xfrm>
          <a:off x="0" y="0"/>
          <a:ext cx="0" cy="0"/>
          <a:chOff x="0" y="0"/>
          <a:chExt cx="0" cy="0"/>
        </a:xfrm>
      </p:grpSpPr>
      <p:pic>
        <p:nvPicPr>
          <p:cNvPr id="21" name="Picture 2">
            <a:extLst>
              <a:ext uri="{FF2B5EF4-FFF2-40B4-BE49-F238E27FC236}">
                <a16:creationId xmlns:a16="http://schemas.microsoft.com/office/drawing/2014/main" id="{B2F9B09C-503D-460C-91B5-79B93A338C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768"/>
          <a:stretch/>
        </p:blipFill>
        <p:spPr bwMode="auto">
          <a:xfrm>
            <a:off x="254999" y="216811"/>
            <a:ext cx="3393986" cy="46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a:extLst>
              <a:ext uri="{FF2B5EF4-FFF2-40B4-BE49-F238E27FC236}">
                <a16:creationId xmlns:a16="http://schemas.microsoft.com/office/drawing/2014/main" id="{500501C3-F828-4086-89C6-EF897C7D26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965"/>
          <a:stretch/>
        </p:blipFill>
        <p:spPr bwMode="auto">
          <a:xfrm>
            <a:off x="4294855" y="216810"/>
            <a:ext cx="3602289" cy="468000"/>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组合 22">
            <a:extLst>
              <a:ext uri="{FF2B5EF4-FFF2-40B4-BE49-F238E27FC236}">
                <a16:creationId xmlns:a16="http://schemas.microsoft.com/office/drawing/2014/main" id="{1CCC51B0-C3DA-4E76-BAE9-E5B43BB05F15}"/>
              </a:ext>
            </a:extLst>
          </p:cNvPr>
          <p:cNvGrpSpPr/>
          <p:nvPr/>
        </p:nvGrpSpPr>
        <p:grpSpPr>
          <a:xfrm>
            <a:off x="8719323" y="216810"/>
            <a:ext cx="2082027" cy="468000"/>
            <a:chOff x="3777531" y="825173"/>
            <a:chExt cx="2082027" cy="468000"/>
          </a:xfrm>
        </p:grpSpPr>
        <p:pic>
          <p:nvPicPr>
            <p:cNvPr id="24" name="图片 23" descr="图示&#10;&#10;描述已自动生成">
              <a:extLst>
                <a:ext uri="{FF2B5EF4-FFF2-40B4-BE49-F238E27FC236}">
                  <a16:creationId xmlns:a16="http://schemas.microsoft.com/office/drawing/2014/main" id="{EF76F05A-A036-4B20-822B-9B69111A5D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777531" y="825173"/>
              <a:ext cx="468000" cy="468000"/>
            </a:xfrm>
            <a:prstGeom prst="rect">
              <a:avLst/>
            </a:prstGeom>
          </p:spPr>
        </p:pic>
        <p:sp>
          <p:nvSpPr>
            <p:cNvPr id="25" name="文本框 24">
              <a:extLst>
                <a:ext uri="{FF2B5EF4-FFF2-40B4-BE49-F238E27FC236}">
                  <a16:creationId xmlns:a16="http://schemas.microsoft.com/office/drawing/2014/main" id="{19ED87AB-9B68-4B02-935C-2AA5A152BE35}"/>
                </a:ext>
              </a:extLst>
            </p:cNvPr>
            <p:cNvSpPr txBox="1"/>
            <p:nvPr userDrawn="1"/>
          </p:nvSpPr>
          <p:spPr>
            <a:xfrm>
              <a:off x="4245532" y="843729"/>
              <a:ext cx="1614026" cy="430887"/>
            </a:xfrm>
            <a:prstGeom prst="rect">
              <a:avLst/>
            </a:prstGeom>
            <a:noFill/>
          </p:spPr>
          <p:txBody>
            <a:bodyPr wrap="square" rtlCol="0">
              <a:spAutoFit/>
            </a:bodyPr>
            <a:lstStyle/>
            <a:p>
              <a:r>
                <a:rPr lang="zh-CN" altLang="en-US" sz="2200" b="0" dirty="0">
                  <a:latin typeface="黑体" panose="02010609060101010101" pitchFamily="49" charset="-122"/>
                  <a:ea typeface="黑体" panose="02010609060101010101" pitchFamily="49" charset="-122"/>
                </a:rPr>
                <a:t>鹏城实验室</a:t>
              </a:r>
            </a:p>
          </p:txBody>
        </p:sp>
      </p:grpSp>
      <p:sp>
        <p:nvSpPr>
          <p:cNvPr id="9" name="文本占位符 8">
            <a:extLst>
              <a:ext uri="{FF2B5EF4-FFF2-40B4-BE49-F238E27FC236}">
                <a16:creationId xmlns:a16="http://schemas.microsoft.com/office/drawing/2014/main" id="{6D2A5CC1-243A-49E0-9869-BB9D80752A2A}"/>
              </a:ext>
            </a:extLst>
          </p:cNvPr>
          <p:cNvSpPr>
            <a:spLocks noGrp="1"/>
          </p:cNvSpPr>
          <p:nvPr>
            <p:ph type="body" sz="quarter" idx="10"/>
          </p:nvPr>
        </p:nvSpPr>
        <p:spPr>
          <a:xfrm>
            <a:off x="2052636" y="2727269"/>
            <a:ext cx="8086725" cy="701731"/>
          </a:xfrm>
          <a:noFill/>
        </p:spPr>
        <p:txBody>
          <a:bodyPr wrap="square" rtlCol="0">
            <a:spAutoFit/>
          </a:bodyPr>
          <a:lstStyle>
            <a:lvl1pPr marL="0" indent="0" algn="ctr">
              <a:buNone/>
              <a:defRPr lang="zh-CN" altLang="en-US" sz="4400" b="1" dirty="0" smtClean="0">
                <a:solidFill>
                  <a:srgbClr val="C00000"/>
                </a:solidFill>
                <a:latin typeface="Arial" panose="020B0604020202020204" pitchFamily="34" charset="0"/>
                <a:cs typeface="Arial" panose="020B0604020202020204" pitchFamily="34" charset="0"/>
              </a:defRPr>
            </a:lvl1pPr>
          </a:lstStyle>
          <a:p>
            <a:pPr marL="0" lvl="0" algn="ctr"/>
            <a:r>
              <a:rPr lang="zh-CN" altLang="en-US"/>
              <a:t>单击此处编辑母版文本样式</a:t>
            </a:r>
          </a:p>
        </p:txBody>
      </p:sp>
    </p:spTree>
    <p:extLst>
      <p:ext uri="{BB962C8B-B14F-4D97-AF65-F5344CB8AC3E}">
        <p14:creationId xmlns:p14="http://schemas.microsoft.com/office/powerpoint/2010/main" val="3835391570"/>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2.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a:t>
            </a:r>
            <a:r>
              <a:rPr lang="en-US" altLang="zh-CN" dirty="0"/>
              <a:t>gill</a:t>
            </a:r>
            <a:endParaRPr lang="en-US" dirty="0"/>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单击此处编辑</a:t>
            </a:r>
            <a:r>
              <a:rPr lang="en-US" altLang="zh-CN" dirty="0"/>
              <a:t>gill</a:t>
            </a:r>
            <a:endParaRPr lang="zh-CN" altLang="en-US" dirty="0"/>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fld id="{EB4F0B28-02F2-4FBA-888A-311F340E1333}" type="datetime1">
              <a:rPr lang="zh-CN" altLang="en-US" smtClean="0"/>
              <a:t>2023/3/14</a:t>
            </a:fld>
            <a:endParaRPr lang="zh-CN" alt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r>
              <a:rPr lang="en-US" altLang="zh-CN"/>
              <a:t>ICT, CAS</a:t>
            </a:r>
            <a:endParaRPr lang="zh-CN" alt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cs typeface="+mn-cs"/>
              </a:defRPr>
            </a:lvl1pPr>
          </a:lstStyle>
          <a:p>
            <a:fld id="{F7109EFE-30FD-48E2-8926-8E5845D27B82}" type="slidenum">
              <a:rPr lang="zh-CN" altLang="en-US" smtClean="0"/>
              <a:t>‹#›</a:t>
            </a:fld>
            <a:endParaRPr lang="zh-CN" altLang="en-US"/>
          </a:p>
        </p:txBody>
      </p:sp>
    </p:spTree>
    <p:extLst>
      <p:ext uri="{BB962C8B-B14F-4D97-AF65-F5344CB8AC3E}">
        <p14:creationId xmlns:p14="http://schemas.microsoft.com/office/powerpoint/2010/main" val="256586256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hf hdr="0"/>
  <p:txStyles>
    <p:titleStyle>
      <a:lvl1pPr algn="ctr" rtl="0" eaLnBrk="1" fontAlgn="base" hangingPunct="1">
        <a:spcBef>
          <a:spcPct val="0"/>
        </a:spcBef>
        <a:spcAft>
          <a:spcPct val="0"/>
        </a:spcAft>
        <a:defRPr sz="4400" kern="1200">
          <a:solidFill>
            <a:schemeClr val="tx1"/>
          </a:solidFill>
          <a:latin typeface="Gill Sans MT" panose="020B0502020104020203" pitchFamily="34" charset="0"/>
          <a:ea typeface="微软雅黑" panose="020B0503020204020204" pitchFamily="34" charset="-122"/>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Gill Sans MT" panose="020B0502020104020203" pitchFamily="34" charset="0"/>
          <a:ea typeface="微软雅黑" panose="020B0503020204020204" pitchFamily="34" charset="-122"/>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Gill Sans MT" panose="020B0502020104020203" pitchFamily="34" charset="0"/>
          <a:ea typeface="微软雅黑" panose="020B0503020204020204" pitchFamily="34" charset="-122"/>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Gill Sans MT" panose="020B0502020104020203" pitchFamily="34" charset="0"/>
          <a:ea typeface="微软雅黑" panose="020B0503020204020204" pitchFamily="34" charset="-122"/>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Gill Sans MT" panose="020B0502020104020203" pitchFamily="34" charset="0"/>
          <a:ea typeface="微软雅黑" panose="020B0503020204020204" pitchFamily="34" charset="-122"/>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Gill Sans MT" panose="020B0502020104020203" pitchFamily="34" charset="0"/>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a:t>
            </a:r>
            <a:r>
              <a:rPr lang="en-US" altLang="zh-CN" dirty="0"/>
              <a:t>gill</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a:t>
            </a:r>
            <a:r>
              <a:rPr lang="en-US" altLang="zh-CN" dirty="0"/>
              <a:t>gill</a:t>
            </a:r>
            <a:endParaRPr lang="zh-CN" altLang="en-US"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4F0B28-02F2-4FBA-888A-311F340E1333}" type="datetime1">
              <a:rPr lang="zh-CN" altLang="en-US" smtClean="0"/>
              <a:t>2023/3/14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ICT, CAS</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109EFE-30FD-48E2-8926-8E5845D27B82}" type="slidenum">
              <a:rPr lang="zh-CN" altLang="en-US" smtClean="0"/>
              <a:t>‹#›</a:t>
            </a:fld>
            <a:endParaRPr lang="zh-CN" altLang="en-US"/>
          </a:p>
        </p:txBody>
      </p:sp>
    </p:spTree>
    <p:extLst>
      <p:ext uri="{BB962C8B-B14F-4D97-AF65-F5344CB8AC3E}">
        <p14:creationId xmlns:p14="http://schemas.microsoft.com/office/powerpoint/2010/main" val="3235717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Lst>
  <p:hf hdr="0"/>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3" name="内容占位符 2">
            <a:extLst>
              <a:ext uri="{FF2B5EF4-FFF2-40B4-BE49-F238E27FC236}">
                <a16:creationId xmlns:a16="http://schemas.microsoft.com/office/drawing/2014/main" id="{10F1B840-B196-47E8-6833-3D1E93DA3FC0}"/>
              </a:ext>
            </a:extLst>
          </p:cNvPr>
          <p:cNvSpPr>
            <a:spLocks noGrp="1"/>
          </p:cNvSpPr>
          <p:nvPr>
            <p:ph idx="1"/>
          </p:nvPr>
        </p:nvSpPr>
        <p:spPr>
          <a:xfrm>
            <a:off x="609600" y="1190752"/>
            <a:ext cx="11089640" cy="4998403"/>
          </a:xfrm>
        </p:spPr>
        <p:txBody>
          <a:bodyPr/>
          <a:lstStyle/>
          <a:p>
            <a:pPr marL="0" indent="0">
              <a:lnSpc>
                <a:spcPct val="150000"/>
              </a:lnSpc>
              <a:buNone/>
            </a:pPr>
            <a:endParaRPr lang="en-US" altLang="zh-CN" b="0" i="0" dirty="0">
              <a:effectLst/>
              <a:latin typeface="Arial" panose="020B0604020202020204" pitchFamily="34" charset="0"/>
            </a:endParaRPr>
          </a:p>
          <a:p>
            <a:pPr marL="0" indent="0">
              <a:lnSpc>
                <a:spcPct val="150000"/>
              </a:lnSpc>
              <a:buNone/>
            </a:pPr>
            <a:r>
              <a:rPr lang="en-US" altLang="zh-CN" b="0" i="0" dirty="0">
                <a:effectLst/>
                <a:latin typeface="Arial" panose="020B0604020202020204" pitchFamily="34" charset="0"/>
              </a:rPr>
              <a:t>Inter-GPU communication via bulk DMA-based transfers exposes data transfer latency on the GPU’s critical execution path because these large transfers are logically interleaved between compute kernels. fine-grained peer-to-peer memory accesses during kernel execution lead to memory stalls that can exceed the GPUs’ ability to cover these operations via multi-threading.</a:t>
            </a:r>
            <a:endParaRPr lang="en-US" altLang="zh-CN" dirty="0">
              <a:solidFill>
                <a:srgbClr val="262626"/>
              </a:solidFill>
              <a:latin typeface="Helvetica Neue"/>
              <a:sym typeface="Arial" panose="020B0604020202020204" pitchFamily="34" charset="0"/>
            </a:endParaRPr>
          </a:p>
        </p:txBody>
      </p:sp>
    </p:spTree>
    <p:extLst>
      <p:ext uri="{BB962C8B-B14F-4D97-AF65-F5344CB8AC3E}">
        <p14:creationId xmlns:p14="http://schemas.microsoft.com/office/powerpoint/2010/main" val="1052472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3" name="内容占位符 2">
            <a:extLst>
              <a:ext uri="{FF2B5EF4-FFF2-40B4-BE49-F238E27FC236}">
                <a16:creationId xmlns:a16="http://schemas.microsoft.com/office/drawing/2014/main" id="{10F1B840-B196-47E8-6833-3D1E93DA3FC0}"/>
              </a:ext>
            </a:extLst>
          </p:cNvPr>
          <p:cNvSpPr>
            <a:spLocks noGrp="1"/>
          </p:cNvSpPr>
          <p:nvPr>
            <p:ph idx="1"/>
          </p:nvPr>
        </p:nvSpPr>
        <p:spPr>
          <a:xfrm>
            <a:off x="609600" y="1190752"/>
            <a:ext cx="11089640" cy="4998403"/>
          </a:xfrm>
        </p:spPr>
        <p:txBody>
          <a:bodyPr/>
          <a:lstStyle/>
          <a:p>
            <a:pPr marL="0" indent="0">
              <a:lnSpc>
                <a:spcPct val="150000"/>
              </a:lnSpc>
              <a:buNone/>
            </a:pPr>
            <a:r>
              <a:rPr lang="en-US" altLang="zh-CN" b="1" i="0" dirty="0">
                <a:effectLst/>
                <a:latin typeface="Arial" panose="020B0604020202020204" pitchFamily="34" charset="0"/>
              </a:rPr>
              <a:t>PROACT</a:t>
            </a:r>
          </a:p>
          <a:p>
            <a:pPr marL="0" indent="0">
              <a:lnSpc>
                <a:spcPct val="150000"/>
              </a:lnSpc>
              <a:buNone/>
            </a:pPr>
            <a:r>
              <a:rPr lang="en-US" altLang="zh-CN" b="0" i="0" dirty="0">
                <a:effectLst/>
                <a:latin typeface="Arial" panose="020B0604020202020204" pitchFamily="34" charset="0"/>
              </a:rPr>
              <a:t>a system enabling remote memory transfers with the programmability and pipeline advantages of peer-to-peer stores, while achieving interconnect efficiency that rivals bulk DMA transfers. enables interconnect-friendly data   transfers while hiding the transfer latency via pipelining during kernel execution.</a:t>
            </a:r>
            <a:endParaRPr lang="en-US" altLang="zh-CN" dirty="0">
              <a:solidFill>
                <a:srgbClr val="262626"/>
              </a:solidFill>
              <a:latin typeface="Helvetica Neue"/>
              <a:sym typeface="Arial" panose="020B0604020202020204" pitchFamily="34" charset="0"/>
            </a:endParaRPr>
          </a:p>
        </p:txBody>
      </p:sp>
    </p:spTree>
    <p:extLst>
      <p:ext uri="{BB962C8B-B14F-4D97-AF65-F5344CB8AC3E}">
        <p14:creationId xmlns:p14="http://schemas.microsoft.com/office/powerpoint/2010/main" val="1856343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3" name="内容占位符 2">
            <a:extLst>
              <a:ext uri="{FF2B5EF4-FFF2-40B4-BE49-F238E27FC236}">
                <a16:creationId xmlns:a16="http://schemas.microsoft.com/office/drawing/2014/main" id="{10F1B840-B196-47E8-6833-3D1E93DA3FC0}"/>
              </a:ext>
            </a:extLst>
          </p:cNvPr>
          <p:cNvSpPr>
            <a:spLocks noGrp="1"/>
          </p:cNvSpPr>
          <p:nvPr>
            <p:ph idx="1"/>
          </p:nvPr>
        </p:nvSpPr>
        <p:spPr>
          <a:xfrm>
            <a:off x="609600" y="1190752"/>
            <a:ext cx="11089640" cy="2285265"/>
          </a:xfrm>
        </p:spPr>
        <p:txBody>
          <a:bodyPr/>
          <a:lstStyle/>
          <a:p>
            <a:pPr marL="0" indent="0">
              <a:lnSpc>
                <a:spcPct val="150000"/>
              </a:lnSpc>
              <a:buNone/>
            </a:pPr>
            <a:r>
              <a:rPr lang="en-US" altLang="zh-CN" b="0" i="0" dirty="0">
                <a:effectLst/>
                <a:latin typeface="Arial" panose="020B0604020202020204" pitchFamily="34" charset="0"/>
              </a:rPr>
              <a:t>To efficiently parallelize applications across a multi-GPU system, developers typically </a:t>
            </a:r>
            <a:r>
              <a:rPr lang="en-US" altLang="zh-CN" b="1" dirty="0">
                <a:effectLst/>
                <a:latin typeface="Arial" panose="020B0604020202020204" pitchFamily="34" charset="0"/>
              </a:rPr>
              <a:t>distribute an application’s data structures across each GPU’s physical memory</a:t>
            </a:r>
            <a:r>
              <a:rPr lang="en-US" altLang="zh-CN" dirty="0">
                <a:effectLst/>
                <a:latin typeface="Arial" panose="020B0604020202020204" pitchFamily="34" charset="0"/>
              </a:rPr>
              <a:t>. </a:t>
            </a:r>
            <a:r>
              <a:rPr lang="en-US" altLang="zh-CN" dirty="0">
                <a:solidFill>
                  <a:srgbClr val="FF0000"/>
                </a:solidFill>
                <a:effectLst/>
                <a:latin typeface="Arial" panose="020B0604020202020204" pitchFamily="34" charset="0"/>
              </a:rPr>
              <a:t>interconnects sit idle during computation phases, and compute units sit idle during communication phases.</a:t>
            </a:r>
            <a:endParaRPr lang="en-US" altLang="zh-CN" b="1" dirty="0">
              <a:solidFill>
                <a:srgbClr val="FF0000"/>
              </a:solidFill>
              <a:latin typeface="Helvetica Neue"/>
              <a:sym typeface="Arial" panose="020B0604020202020204" pitchFamily="34" charset="0"/>
            </a:endParaRPr>
          </a:p>
        </p:txBody>
      </p:sp>
    </p:spTree>
    <p:extLst>
      <p:ext uri="{BB962C8B-B14F-4D97-AF65-F5344CB8AC3E}">
        <p14:creationId xmlns:p14="http://schemas.microsoft.com/office/powerpoint/2010/main" val="270867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551180" y="1143734"/>
            <a:ext cx="11089640" cy="5206823"/>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50000"/>
              </a:lnSpc>
              <a:spcAft>
                <a:spcPts val="0"/>
              </a:spcAft>
            </a:pPr>
            <a:r>
              <a:rPr lang="en-US" altLang="zh-CN" sz="8000" dirty="0">
                <a:solidFill>
                  <a:srgbClr val="262626"/>
                </a:solidFill>
                <a:latin typeface="Helvetica Neue"/>
                <a:sym typeface="Arial" panose="020B0604020202020204" pitchFamily="34" charset="0"/>
              </a:rPr>
              <a:t>Efficiently overlapping GPU computation with communication phases, leading to system resource under-utilization</a:t>
            </a:r>
          </a:p>
          <a:p>
            <a:pPr lvl="1" fontAlgn="auto">
              <a:lnSpc>
                <a:spcPct val="150000"/>
              </a:lnSpc>
              <a:spcAft>
                <a:spcPts val="0"/>
              </a:spcAft>
            </a:pPr>
            <a:r>
              <a:rPr lang="en-US" altLang="zh-CN" sz="6400" dirty="0">
                <a:solidFill>
                  <a:srgbClr val="262626"/>
                </a:solidFill>
                <a:latin typeface="Helvetica Neue"/>
                <a:sym typeface="Arial" panose="020B0604020202020204" pitchFamily="34" charset="0"/>
              </a:rPr>
              <a:t>DMA transfer:  The DMA transfer occurs between the producer and consumer kernels on the GPUs, exposing the data transfer latency.</a:t>
            </a:r>
          </a:p>
          <a:p>
            <a:pPr lvl="1" fontAlgn="auto">
              <a:lnSpc>
                <a:spcPct val="150000"/>
              </a:lnSpc>
              <a:spcAft>
                <a:spcPts val="0"/>
              </a:spcAft>
            </a:pPr>
            <a:r>
              <a:rPr lang="en-US" altLang="zh-CN" sz="6200" dirty="0">
                <a:solidFill>
                  <a:srgbClr val="262626"/>
                </a:solidFill>
                <a:latin typeface="Helvetica Neue"/>
                <a:sym typeface="Arial" panose="020B0604020202020204" pitchFamily="34" charset="0"/>
              </a:rPr>
              <a:t>Fine-grained peer-to-peer (P2P) transfer: enable GPU compute units to issue loads and stores </a:t>
            </a:r>
            <a:r>
              <a:rPr lang="en-US" altLang="zh-CN" sz="6200" b="1" dirty="0">
                <a:solidFill>
                  <a:srgbClr val="262626"/>
                </a:solidFill>
                <a:latin typeface="Helvetica Neue"/>
                <a:sym typeface="Arial" panose="020B0604020202020204" pitchFamily="34" charset="0"/>
              </a:rPr>
              <a:t>directly to the physical  memory of remote GPUs</a:t>
            </a:r>
            <a:r>
              <a:rPr lang="en-US" altLang="zh-CN" sz="6200" dirty="0">
                <a:solidFill>
                  <a:srgbClr val="262626"/>
                </a:solidFill>
                <a:latin typeface="Helvetica Neue"/>
                <a:sym typeface="Arial" panose="020B0604020202020204" pitchFamily="34" charset="0"/>
              </a:rPr>
              <a:t>. P2P transfers are </a:t>
            </a:r>
            <a:r>
              <a:rPr lang="en-US" altLang="zh-CN" sz="6200" b="1" dirty="0">
                <a:solidFill>
                  <a:srgbClr val="262626"/>
                </a:solidFill>
                <a:latin typeface="Helvetica Neue"/>
                <a:sym typeface="Arial" panose="020B0604020202020204" pitchFamily="34" charset="0"/>
              </a:rPr>
              <a:t>inefficient on current GPU interconnects</a:t>
            </a:r>
            <a:r>
              <a:rPr lang="en-US" altLang="zh-CN" sz="6200" dirty="0">
                <a:solidFill>
                  <a:srgbClr val="262626"/>
                </a:solidFill>
                <a:latin typeface="Helvetica Neue"/>
                <a:sym typeface="Arial" panose="020B0604020202020204" pitchFamily="34" charset="0"/>
              </a:rPr>
              <a:t>.</a:t>
            </a:r>
          </a:p>
          <a:p>
            <a:pPr fontAlgn="auto">
              <a:spcAft>
                <a:spcPts val="0"/>
              </a:spcAft>
            </a:pPr>
            <a:endParaRPr lang="en-US" altLang="zh-CN" dirty="0">
              <a:solidFill>
                <a:srgbClr val="262626"/>
              </a:solidFill>
              <a:latin typeface="Helvetica Neue"/>
              <a:sym typeface="Arial" panose="020B0604020202020204" pitchFamily="34" charset="0"/>
            </a:endParaRPr>
          </a:p>
        </p:txBody>
      </p:sp>
    </p:spTree>
    <p:extLst>
      <p:ext uri="{BB962C8B-B14F-4D97-AF65-F5344CB8AC3E}">
        <p14:creationId xmlns:p14="http://schemas.microsoft.com/office/powerpoint/2010/main" val="743311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4" y="1143734"/>
            <a:ext cx="7742820"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50000"/>
              </a:lnSpc>
              <a:spcAft>
                <a:spcPts val="0"/>
              </a:spcAft>
            </a:pPr>
            <a:r>
              <a:rPr lang="en-US" altLang="zh-CN" sz="3200" dirty="0">
                <a:solidFill>
                  <a:srgbClr val="262626"/>
                </a:solidFill>
                <a:latin typeface="Helvetica Neue"/>
                <a:sym typeface="Arial" panose="020B0604020202020204" pitchFamily="34" charset="0"/>
              </a:rPr>
              <a:t>Fine-grained peer-to-peer (P2P) transfer</a:t>
            </a:r>
            <a:endParaRPr lang="en-US" altLang="zh-CN" sz="2800" dirty="0">
              <a:solidFill>
                <a:srgbClr val="262626"/>
              </a:solidFill>
              <a:latin typeface="Helvetica Neue"/>
              <a:sym typeface="Arial" panose="020B0604020202020204" pitchFamily="34" charset="0"/>
            </a:endParaRPr>
          </a:p>
          <a:p>
            <a:pPr marL="0" indent="0" fontAlgn="auto">
              <a:lnSpc>
                <a:spcPct val="150000"/>
              </a:lnSpc>
              <a:spcAft>
                <a:spcPts val="0"/>
              </a:spcAft>
              <a:buNone/>
            </a:pPr>
            <a:r>
              <a:rPr lang="en-US" altLang="zh-CN" dirty="0">
                <a:solidFill>
                  <a:srgbClr val="262626"/>
                </a:solidFill>
                <a:latin typeface="Helvetica Neue"/>
                <a:sym typeface="Arial" panose="020B0604020202020204" pitchFamily="34" charset="0"/>
              </a:rPr>
              <a:t>P2P loads often result in the consumer kernel  stalling while waiting for remote loads to complete, due to interconnect latency, negatively impacting performance.</a:t>
            </a:r>
          </a:p>
          <a:p>
            <a:pPr marL="0" indent="0" fontAlgn="auto">
              <a:lnSpc>
                <a:spcPct val="150000"/>
              </a:lnSpc>
              <a:spcAft>
                <a:spcPts val="0"/>
              </a:spcAft>
              <a:buNone/>
            </a:pPr>
            <a:r>
              <a:rPr lang="en-US" altLang="zh-CN" dirty="0">
                <a:solidFill>
                  <a:srgbClr val="262626"/>
                </a:solidFill>
                <a:latin typeface="Helvetica Neue"/>
                <a:sym typeface="Arial" panose="020B0604020202020204" pitchFamily="34" charset="0"/>
              </a:rPr>
              <a:t> </a:t>
            </a:r>
          </a:p>
          <a:p>
            <a:pPr marL="0" indent="0" fontAlgn="auto">
              <a:lnSpc>
                <a:spcPct val="150000"/>
              </a:lnSpc>
              <a:spcAft>
                <a:spcPts val="0"/>
              </a:spcAft>
              <a:buNone/>
            </a:pPr>
            <a:r>
              <a:rPr lang="en-US" altLang="zh-CN" dirty="0">
                <a:solidFill>
                  <a:srgbClr val="262626"/>
                </a:solidFill>
                <a:latin typeface="Helvetica Neue"/>
                <a:sym typeface="Arial" panose="020B0604020202020204" pitchFamily="34" charset="0"/>
              </a:rPr>
              <a:t>As shown in Figure 1(c),P2P stores between GPUs are often generated at sub-</a:t>
            </a:r>
            <a:r>
              <a:rPr lang="en-US" altLang="zh-CN" dirty="0" err="1">
                <a:solidFill>
                  <a:srgbClr val="262626"/>
                </a:solidFill>
                <a:latin typeface="Helvetica Neue"/>
                <a:sym typeface="Arial" panose="020B0604020202020204" pitchFamily="34" charset="0"/>
              </a:rPr>
              <a:t>cacheline</a:t>
            </a:r>
            <a:r>
              <a:rPr lang="en-US" altLang="zh-CN" dirty="0">
                <a:solidFill>
                  <a:srgbClr val="262626"/>
                </a:solidFill>
                <a:latin typeface="Helvetica Neue"/>
                <a:sym typeface="Arial" panose="020B0604020202020204" pitchFamily="34" charset="0"/>
              </a:rPr>
              <a:t> granularity with sporadic access patterns.</a:t>
            </a:r>
          </a:p>
        </p:txBody>
      </p:sp>
      <p:pic>
        <p:nvPicPr>
          <p:cNvPr id="4" name="图片 3">
            <a:extLst>
              <a:ext uri="{FF2B5EF4-FFF2-40B4-BE49-F238E27FC236}">
                <a16:creationId xmlns:a16="http://schemas.microsoft.com/office/drawing/2014/main" id="{0BE650D3-F34D-6204-DCB4-000C882145BF}"/>
              </a:ext>
            </a:extLst>
          </p:cNvPr>
          <p:cNvPicPr>
            <a:picLocks noChangeAspect="1"/>
          </p:cNvPicPr>
          <p:nvPr/>
        </p:nvPicPr>
        <p:blipFill>
          <a:blip r:embed="rId2"/>
          <a:stretch>
            <a:fillRect/>
          </a:stretch>
        </p:blipFill>
        <p:spPr>
          <a:xfrm>
            <a:off x="8084464" y="2104500"/>
            <a:ext cx="4107536" cy="3619814"/>
          </a:xfrm>
          <a:prstGeom prst="rect">
            <a:avLst/>
          </a:prstGeom>
        </p:spPr>
      </p:pic>
    </p:spTree>
    <p:extLst>
      <p:ext uri="{BB962C8B-B14F-4D97-AF65-F5344CB8AC3E}">
        <p14:creationId xmlns:p14="http://schemas.microsoft.com/office/powerpoint/2010/main" val="1667304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4" y="1143734"/>
            <a:ext cx="7742820"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50000"/>
              </a:lnSpc>
              <a:spcAft>
                <a:spcPts val="0"/>
              </a:spcAft>
            </a:pPr>
            <a:r>
              <a:rPr lang="en-US" altLang="zh-CN" sz="3200" dirty="0">
                <a:solidFill>
                  <a:srgbClr val="262626"/>
                </a:solidFill>
                <a:latin typeface="Helvetica Neue"/>
                <a:sym typeface="Arial" panose="020B0604020202020204" pitchFamily="34" charset="0"/>
              </a:rPr>
              <a:t>Fine-grained peer-to-peer (P2P) transfer</a:t>
            </a:r>
            <a:endParaRPr lang="en-US" altLang="zh-CN" sz="2800" dirty="0">
              <a:solidFill>
                <a:srgbClr val="262626"/>
              </a:solidFill>
              <a:latin typeface="Helvetica Neue"/>
              <a:sym typeface="Arial" panose="020B0604020202020204" pitchFamily="34" charset="0"/>
            </a:endParaRPr>
          </a:p>
          <a:p>
            <a:pPr marL="0" indent="0" fontAlgn="auto">
              <a:lnSpc>
                <a:spcPct val="150000"/>
              </a:lnSpc>
              <a:spcAft>
                <a:spcPts val="0"/>
              </a:spcAft>
              <a:buNone/>
            </a:pPr>
            <a:r>
              <a:rPr lang="en-US" altLang="zh-CN" b="0" i="0" dirty="0">
                <a:effectLst/>
                <a:latin typeface="Arial" panose="020B0604020202020204" pitchFamily="34" charset="0"/>
              </a:rPr>
              <a:t>Although some store latency is hidden, due to </a:t>
            </a:r>
            <a:r>
              <a:rPr lang="en-US" altLang="zh-CN" b="1" i="0" dirty="0">
                <a:effectLst/>
                <a:latin typeface="Arial" panose="020B0604020202020204" pitchFamily="34" charset="0"/>
              </a:rPr>
              <a:t>protocol packetization overheads</a:t>
            </a:r>
            <a:r>
              <a:rPr lang="en-US" altLang="zh-CN" b="0" i="0" dirty="0">
                <a:effectLst/>
                <a:latin typeface="Arial" panose="020B0604020202020204" pitchFamily="34" charset="0"/>
              </a:rPr>
              <a:t>, these stores do not use the GPU-interconnect efficiently</a:t>
            </a:r>
            <a:endParaRPr lang="en-US" altLang="zh-CN" dirty="0">
              <a:solidFill>
                <a:srgbClr val="262626"/>
              </a:solidFill>
              <a:latin typeface="Helvetica Neue"/>
              <a:sym typeface="Arial" panose="020B0604020202020204" pitchFamily="34" charset="0"/>
            </a:endParaRPr>
          </a:p>
        </p:txBody>
      </p:sp>
      <p:pic>
        <p:nvPicPr>
          <p:cNvPr id="4" name="图片 3">
            <a:extLst>
              <a:ext uri="{FF2B5EF4-FFF2-40B4-BE49-F238E27FC236}">
                <a16:creationId xmlns:a16="http://schemas.microsoft.com/office/drawing/2014/main" id="{0BE650D3-F34D-6204-DCB4-000C882145BF}"/>
              </a:ext>
            </a:extLst>
          </p:cNvPr>
          <p:cNvPicPr>
            <a:picLocks noChangeAspect="1"/>
          </p:cNvPicPr>
          <p:nvPr/>
        </p:nvPicPr>
        <p:blipFill>
          <a:blip r:embed="rId2"/>
          <a:stretch>
            <a:fillRect/>
          </a:stretch>
        </p:blipFill>
        <p:spPr>
          <a:xfrm>
            <a:off x="8084464" y="2104500"/>
            <a:ext cx="4107536" cy="3619814"/>
          </a:xfrm>
          <a:prstGeom prst="rect">
            <a:avLst/>
          </a:prstGeom>
        </p:spPr>
      </p:pic>
    </p:spTree>
    <p:extLst>
      <p:ext uri="{BB962C8B-B14F-4D97-AF65-F5344CB8AC3E}">
        <p14:creationId xmlns:p14="http://schemas.microsoft.com/office/powerpoint/2010/main" val="3271144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96281"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50000"/>
              </a:lnSpc>
              <a:spcAft>
                <a:spcPts val="0"/>
              </a:spcAft>
              <a:buNone/>
            </a:pPr>
            <a:r>
              <a:rPr lang="en-US" altLang="zh-CN" b="1" i="0" dirty="0">
                <a:effectLst/>
                <a:latin typeface="Arial" panose="020B0604020202020204" pitchFamily="34" charset="0"/>
              </a:rPr>
              <a:t>PROACT</a:t>
            </a:r>
            <a:r>
              <a:rPr lang="en-US" altLang="zh-CN" b="0" i="0" dirty="0">
                <a:effectLst/>
                <a:latin typeface="Arial" panose="020B0604020202020204" pitchFamily="34" charset="0"/>
              </a:rPr>
              <a:t> exposes an easy-to-use </a:t>
            </a:r>
            <a:r>
              <a:rPr lang="en-US" altLang="zh-CN" b="1" dirty="0">
                <a:effectLst/>
                <a:latin typeface="Arial" panose="020B0604020202020204" pitchFamily="34" charset="0"/>
              </a:rPr>
              <a:t>P2P-store programming model</a:t>
            </a:r>
            <a:r>
              <a:rPr lang="en-US" altLang="zh-CN" b="0" i="0" dirty="0">
                <a:effectLst/>
                <a:latin typeface="Arial" panose="020B0604020202020204" pitchFamily="34" charset="0"/>
              </a:rPr>
              <a:t> to developers but </a:t>
            </a:r>
            <a:r>
              <a:rPr lang="en-US" altLang="zh-CN" b="1" i="0" dirty="0">
                <a:effectLst/>
                <a:latin typeface="Arial" panose="020B0604020202020204" pitchFamily="34" charset="0"/>
              </a:rPr>
              <a:t>leverages profiling and GPU-runtime</a:t>
            </a:r>
            <a:r>
              <a:rPr lang="en-US" altLang="zh-CN" b="0" i="0" dirty="0">
                <a:effectLst/>
                <a:latin typeface="Arial" panose="020B0604020202020204" pitchFamily="34" charset="0"/>
              </a:rPr>
              <a:t> support to </a:t>
            </a:r>
            <a:r>
              <a:rPr lang="en-US" altLang="zh-CN" b="1" i="0" dirty="0">
                <a:effectLst/>
                <a:latin typeface="Arial" panose="020B0604020202020204" pitchFamily="34" charset="0"/>
              </a:rPr>
              <a:t>track data generation</a:t>
            </a:r>
            <a:r>
              <a:rPr lang="en-US" altLang="zh-CN" b="0" i="0" dirty="0">
                <a:effectLst/>
                <a:latin typeface="Arial" panose="020B0604020202020204" pitchFamily="34" charset="0"/>
              </a:rPr>
              <a:t>, perform transfer coalescing, and dynamically issue transfers over the interconnect to achieve high utilization.</a:t>
            </a:r>
          </a:p>
          <a:p>
            <a:pPr marL="0" indent="0" fontAlgn="auto">
              <a:lnSpc>
                <a:spcPct val="150000"/>
              </a:lnSpc>
              <a:spcAft>
                <a:spcPts val="0"/>
              </a:spcAft>
              <a:buNone/>
            </a:pPr>
            <a:r>
              <a:rPr lang="en-US" altLang="zh-CN" b="0" i="0" dirty="0">
                <a:effectLst/>
                <a:latin typeface="Arial" panose="020B0604020202020204" pitchFamily="34" charset="0"/>
              </a:rPr>
              <a:t>Provides efficient overlap of per-GPU computation and inter-GPU data transfer by performing the transfers proactively soon after data generation and can be supported with either dedicated hardware or software.</a:t>
            </a:r>
            <a:endParaRPr lang="en-US" altLang="zh-CN" dirty="0">
              <a:solidFill>
                <a:srgbClr val="262626"/>
              </a:solidFill>
              <a:latin typeface="Helvetica Neue"/>
              <a:sym typeface="Arial" panose="020B0604020202020204" pitchFamily="34" charset="0"/>
            </a:endParaRPr>
          </a:p>
        </p:txBody>
      </p:sp>
    </p:spTree>
    <p:extLst>
      <p:ext uri="{BB962C8B-B14F-4D97-AF65-F5344CB8AC3E}">
        <p14:creationId xmlns:p14="http://schemas.microsoft.com/office/powerpoint/2010/main" val="414261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96281"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600" b="1" dirty="0">
                <a:solidFill>
                  <a:srgbClr val="262626"/>
                </a:solidFill>
                <a:latin typeface="Helvetica Neue"/>
                <a:sym typeface="Arial" panose="020B0604020202020204" pitchFamily="34" charset="0"/>
              </a:rPr>
              <a:t>Background</a:t>
            </a:r>
          </a:p>
          <a:p>
            <a:pPr fontAlgn="auto">
              <a:spcAft>
                <a:spcPts val="0"/>
              </a:spcAft>
            </a:pPr>
            <a:endParaRPr lang="en-US" altLang="zh-CN" sz="3600" dirty="0">
              <a:solidFill>
                <a:srgbClr val="262626"/>
              </a:solidFill>
              <a:latin typeface="Helvetica Neue"/>
              <a:sym typeface="Arial" panose="020B0604020202020204" pitchFamily="34" charset="0"/>
            </a:endParaRPr>
          </a:p>
          <a:p>
            <a:pPr lvl="1" fontAlgn="auto">
              <a:spcAft>
                <a:spcPts val="0"/>
              </a:spcAft>
            </a:pPr>
            <a:r>
              <a:rPr lang="en-US" altLang="zh-CN" sz="2800" dirty="0">
                <a:solidFill>
                  <a:srgbClr val="262626"/>
                </a:solidFill>
                <a:latin typeface="Helvetica Neue"/>
                <a:sym typeface="Arial" panose="020B0604020202020204" pitchFamily="34" charset="0"/>
              </a:rPr>
              <a:t>CUDA Programming Model</a:t>
            </a:r>
          </a:p>
          <a:p>
            <a:pPr lvl="1" fontAlgn="auto">
              <a:spcAft>
                <a:spcPts val="0"/>
              </a:spcAft>
            </a:pPr>
            <a:endParaRPr lang="en-US" altLang="zh-CN" sz="2800" dirty="0">
              <a:solidFill>
                <a:srgbClr val="262626"/>
              </a:solidFill>
              <a:latin typeface="Helvetica Neue"/>
              <a:sym typeface="Arial" panose="020B0604020202020204" pitchFamily="34" charset="0"/>
            </a:endParaRPr>
          </a:p>
          <a:p>
            <a:pPr lvl="1" fontAlgn="auto">
              <a:spcAft>
                <a:spcPts val="0"/>
              </a:spcAft>
            </a:pPr>
            <a:r>
              <a:rPr lang="en-US" altLang="zh-CN" sz="2800" dirty="0">
                <a:solidFill>
                  <a:srgbClr val="262626"/>
                </a:solidFill>
                <a:latin typeface="Helvetica Neue"/>
                <a:sym typeface="Arial" panose="020B0604020202020204" pitchFamily="34" charset="0"/>
              </a:rPr>
              <a:t>Inter-GPU Communication Mechanisms</a:t>
            </a:r>
          </a:p>
          <a:p>
            <a:pPr lvl="1" fontAlgn="auto">
              <a:spcAft>
                <a:spcPts val="0"/>
              </a:spcAft>
            </a:pPr>
            <a:endParaRPr lang="en-US" altLang="zh-CN" sz="2800" dirty="0">
              <a:solidFill>
                <a:srgbClr val="262626"/>
              </a:solidFill>
              <a:latin typeface="Helvetica Neue"/>
              <a:sym typeface="Arial" panose="020B0604020202020204" pitchFamily="34" charset="0"/>
            </a:endParaRPr>
          </a:p>
          <a:p>
            <a:pPr lvl="1" fontAlgn="auto">
              <a:spcAft>
                <a:spcPts val="0"/>
              </a:spcAft>
            </a:pPr>
            <a:r>
              <a:rPr lang="en-US" altLang="zh-CN" sz="2800" dirty="0">
                <a:solidFill>
                  <a:srgbClr val="262626"/>
                </a:solidFill>
                <a:latin typeface="Helvetica Neue"/>
                <a:sym typeface="Arial" panose="020B0604020202020204" pitchFamily="34" charset="0"/>
              </a:rPr>
              <a:t>Inter-GPU Interconnect Efficiency</a:t>
            </a:r>
          </a:p>
        </p:txBody>
      </p:sp>
    </p:spTree>
    <p:extLst>
      <p:ext uri="{BB962C8B-B14F-4D97-AF65-F5344CB8AC3E}">
        <p14:creationId xmlns:p14="http://schemas.microsoft.com/office/powerpoint/2010/main" val="3806490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96281"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600" b="1" dirty="0">
                <a:solidFill>
                  <a:srgbClr val="262626"/>
                </a:solidFill>
                <a:latin typeface="Helvetica Neue"/>
                <a:sym typeface="Arial" panose="020B0604020202020204" pitchFamily="34" charset="0"/>
              </a:rPr>
              <a:t>Inter-GPU Communication Mechanisms</a:t>
            </a:r>
          </a:p>
          <a:p>
            <a:pPr fontAlgn="auto">
              <a:spcAft>
                <a:spcPts val="0"/>
              </a:spcAft>
            </a:pPr>
            <a:endParaRPr lang="en-US" altLang="zh-CN" sz="3600" dirty="0">
              <a:solidFill>
                <a:srgbClr val="262626"/>
              </a:solidFill>
              <a:latin typeface="Helvetica Neue"/>
              <a:sym typeface="Arial" panose="020B0604020202020204" pitchFamily="34" charset="0"/>
            </a:endParaRPr>
          </a:p>
          <a:p>
            <a:pPr lvl="1" fontAlgn="auto">
              <a:spcAft>
                <a:spcPts val="0"/>
              </a:spcAft>
            </a:pPr>
            <a:r>
              <a:rPr lang="en-US" altLang="zh-CN" sz="2800" b="0" i="0" dirty="0">
                <a:effectLst/>
                <a:latin typeface="Arial" panose="020B0604020202020204" pitchFamily="34" charset="0"/>
              </a:rPr>
              <a:t>DMA-based bulk transfers</a:t>
            </a:r>
          </a:p>
          <a:p>
            <a:pPr lvl="1" fontAlgn="auto">
              <a:spcAft>
                <a:spcPts val="0"/>
              </a:spcAft>
            </a:pPr>
            <a:endParaRPr lang="en-US" altLang="zh-CN" sz="2800" b="0" i="0" dirty="0">
              <a:solidFill>
                <a:srgbClr val="262626"/>
              </a:solidFill>
              <a:effectLst/>
              <a:latin typeface="Helvetica Neue"/>
              <a:sym typeface="Arial" panose="020B0604020202020204" pitchFamily="34" charset="0"/>
            </a:endParaRPr>
          </a:p>
          <a:p>
            <a:pPr lvl="1" fontAlgn="auto">
              <a:spcAft>
                <a:spcPts val="0"/>
              </a:spcAft>
            </a:pPr>
            <a:r>
              <a:rPr lang="en-US" altLang="zh-CN" sz="2800" b="0" i="0" dirty="0">
                <a:effectLst/>
                <a:latin typeface="Arial" panose="020B0604020202020204" pitchFamily="34" charset="0"/>
              </a:rPr>
              <a:t>Peer-to-peer (P2P) GPU accesses</a:t>
            </a:r>
          </a:p>
          <a:p>
            <a:pPr lvl="1" fontAlgn="auto">
              <a:spcAft>
                <a:spcPts val="0"/>
              </a:spcAft>
            </a:pPr>
            <a:endParaRPr lang="en-US" altLang="zh-CN" sz="2800" dirty="0">
              <a:solidFill>
                <a:srgbClr val="262626"/>
              </a:solidFill>
              <a:latin typeface="Arial" panose="020B0604020202020204" pitchFamily="34" charset="0"/>
              <a:sym typeface="Arial" panose="020B0604020202020204" pitchFamily="34" charset="0"/>
            </a:endParaRPr>
          </a:p>
          <a:p>
            <a:pPr lvl="1" fontAlgn="auto">
              <a:spcAft>
                <a:spcPts val="0"/>
              </a:spcAft>
            </a:pPr>
            <a:r>
              <a:rPr lang="en-US" altLang="zh-CN" sz="2800" b="0" i="0" dirty="0">
                <a:effectLst/>
                <a:latin typeface="Arial" panose="020B0604020202020204" pitchFamily="34" charset="0"/>
              </a:rPr>
              <a:t>Programmatic communication libraries</a:t>
            </a:r>
            <a:endParaRPr lang="en-US" altLang="zh-CN" sz="3600" dirty="0">
              <a:solidFill>
                <a:srgbClr val="262626"/>
              </a:solidFill>
              <a:latin typeface="Helvetica Neue"/>
              <a:sym typeface="Arial" panose="020B0604020202020204" pitchFamily="34" charset="0"/>
            </a:endParaRPr>
          </a:p>
        </p:txBody>
      </p:sp>
    </p:spTree>
    <p:extLst>
      <p:ext uri="{BB962C8B-B14F-4D97-AF65-F5344CB8AC3E}">
        <p14:creationId xmlns:p14="http://schemas.microsoft.com/office/powerpoint/2010/main" val="4235177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96281"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600" i="1" dirty="0">
                <a:solidFill>
                  <a:srgbClr val="262626"/>
                </a:solidFill>
                <a:latin typeface="Helvetica Neue"/>
                <a:sym typeface="Arial" panose="020B0604020202020204" pitchFamily="34" charset="0"/>
              </a:rPr>
              <a:t>DMA-based bulk transfers</a:t>
            </a:r>
          </a:p>
          <a:p>
            <a:pPr marL="0" indent="0" fontAlgn="auto">
              <a:lnSpc>
                <a:spcPct val="150000"/>
              </a:lnSpc>
              <a:spcAft>
                <a:spcPts val="0"/>
              </a:spcAft>
              <a:buNone/>
            </a:pPr>
            <a:r>
              <a:rPr lang="en-US" altLang="zh-CN" dirty="0">
                <a:solidFill>
                  <a:srgbClr val="262626"/>
                </a:solidFill>
                <a:latin typeface="Helvetica Neue"/>
                <a:sym typeface="Arial" panose="020B0604020202020204" pitchFamily="34" charset="0"/>
              </a:rPr>
              <a:t>When using bulk DMA-based transfers between GPUs, data transfer is typically explicitly invoked from the host program executing on the CPU via </a:t>
            </a:r>
            <a:r>
              <a:rPr lang="en-US" altLang="zh-CN" i="1" dirty="0" err="1">
                <a:solidFill>
                  <a:srgbClr val="262626"/>
                </a:solidFill>
                <a:latin typeface="Helvetica Neue"/>
                <a:sym typeface="Arial" panose="020B0604020202020204" pitchFamily="34" charset="0"/>
              </a:rPr>
              <a:t>cudaMemcpy</a:t>
            </a:r>
            <a:r>
              <a:rPr lang="en-US" altLang="zh-CN" i="1" dirty="0">
                <a:solidFill>
                  <a:srgbClr val="262626"/>
                </a:solidFill>
                <a:latin typeface="Helvetica Neue"/>
                <a:sym typeface="Arial" panose="020B0604020202020204" pitchFamily="34" charset="0"/>
              </a:rPr>
              <a:t>()</a:t>
            </a:r>
            <a:r>
              <a:rPr lang="en-US" altLang="zh-CN" dirty="0">
                <a:solidFill>
                  <a:srgbClr val="262626"/>
                </a:solidFill>
                <a:latin typeface="Helvetica Neue"/>
                <a:sym typeface="Arial" panose="020B0604020202020204" pitchFamily="34" charset="0"/>
              </a:rPr>
              <a:t>. The </a:t>
            </a:r>
            <a:r>
              <a:rPr lang="en-US" altLang="zh-CN" i="1" dirty="0" err="1">
                <a:solidFill>
                  <a:srgbClr val="262626"/>
                </a:solidFill>
                <a:latin typeface="Helvetica Neue"/>
                <a:sym typeface="Arial" panose="020B0604020202020204" pitchFamily="34" charset="0"/>
              </a:rPr>
              <a:t>cudaMemcpy</a:t>
            </a:r>
            <a:r>
              <a:rPr lang="en-US" altLang="zh-CN" i="1" dirty="0">
                <a:solidFill>
                  <a:srgbClr val="262626"/>
                </a:solidFill>
                <a:latin typeface="Helvetica Neue"/>
                <a:sym typeface="Arial" panose="020B0604020202020204" pitchFamily="34" charset="0"/>
              </a:rPr>
              <a:t>() </a:t>
            </a:r>
            <a:r>
              <a:rPr lang="en-US" altLang="zh-CN" dirty="0">
                <a:solidFill>
                  <a:srgbClr val="262626"/>
                </a:solidFill>
                <a:latin typeface="Helvetica Neue"/>
                <a:sym typeface="Arial" panose="020B0604020202020204" pitchFamily="34" charset="0"/>
              </a:rPr>
              <a:t>call invokes the GPU’s hardware DMA engine to transfer data directly between the GPUs’ memories without the need for the transfer to reflect off  of the CPU’s memory system.</a:t>
            </a:r>
          </a:p>
          <a:p>
            <a:pPr marL="0" indent="0" fontAlgn="auto">
              <a:lnSpc>
                <a:spcPct val="150000"/>
              </a:lnSpc>
              <a:spcAft>
                <a:spcPts val="0"/>
              </a:spcAft>
              <a:buNone/>
            </a:pPr>
            <a:r>
              <a:rPr lang="en-US" altLang="zh-CN" b="0" i="0" dirty="0">
                <a:solidFill>
                  <a:srgbClr val="FF0000"/>
                </a:solidFill>
                <a:effectLst/>
                <a:latin typeface="Arial" panose="020B0604020202020204" pitchFamily="34" charset="0"/>
              </a:rPr>
              <a:t>However, this method is not suitable for </a:t>
            </a:r>
            <a:r>
              <a:rPr lang="en-US" altLang="zh-CN" b="1" i="0" dirty="0">
                <a:solidFill>
                  <a:srgbClr val="FF0000"/>
                </a:solidFill>
                <a:effectLst/>
                <a:latin typeface="Arial" panose="020B0604020202020204" pitchFamily="34" charset="0"/>
              </a:rPr>
              <a:t>small (several </a:t>
            </a:r>
            <a:r>
              <a:rPr lang="en-US" altLang="zh-CN" b="1" i="0" dirty="0" err="1">
                <a:solidFill>
                  <a:srgbClr val="FF0000"/>
                </a:solidFill>
                <a:effectLst/>
                <a:latin typeface="Arial" panose="020B0604020202020204" pitchFamily="34" charset="0"/>
              </a:rPr>
              <a:t>cachelines</a:t>
            </a:r>
            <a:r>
              <a:rPr lang="en-US" altLang="zh-CN" b="1" i="0" dirty="0">
                <a:solidFill>
                  <a:srgbClr val="FF0000"/>
                </a:solidFill>
                <a:effectLst/>
                <a:latin typeface="Arial" panose="020B0604020202020204" pitchFamily="34" charset="0"/>
              </a:rPr>
              <a:t>) or medium (several KB) sized transfers</a:t>
            </a:r>
            <a:r>
              <a:rPr lang="en-US" altLang="zh-CN" b="0" i="0" dirty="0">
                <a:solidFill>
                  <a:srgbClr val="FF0000"/>
                </a:solidFill>
                <a:effectLst/>
                <a:latin typeface="Arial" panose="020B0604020202020204" pitchFamily="34" charset="0"/>
              </a:rPr>
              <a:t> due to the high initialization and synchronization overhead of returning to the host program and then programming the DMA engine.</a:t>
            </a:r>
            <a:endParaRPr lang="en-US" altLang="zh-CN" dirty="0">
              <a:solidFill>
                <a:srgbClr val="FF0000"/>
              </a:solidFill>
              <a:latin typeface="Helvetica Neue"/>
              <a:sym typeface="Arial" panose="020B0604020202020204" pitchFamily="34" charset="0"/>
            </a:endParaRPr>
          </a:p>
        </p:txBody>
      </p:sp>
    </p:spTree>
    <p:extLst>
      <p:ext uri="{BB962C8B-B14F-4D97-AF65-F5344CB8AC3E}">
        <p14:creationId xmlns:p14="http://schemas.microsoft.com/office/powerpoint/2010/main" val="3760556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96281"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600" i="1" dirty="0">
                <a:effectLst/>
                <a:latin typeface="Arial" panose="020B0604020202020204" pitchFamily="34" charset="0"/>
              </a:rPr>
              <a:t>Peer-to-peer (P2P) GPU accesses</a:t>
            </a:r>
          </a:p>
          <a:p>
            <a:pPr marL="0" indent="0" fontAlgn="auto">
              <a:lnSpc>
                <a:spcPct val="150000"/>
              </a:lnSpc>
              <a:spcAft>
                <a:spcPts val="0"/>
              </a:spcAft>
              <a:buNone/>
            </a:pPr>
            <a:r>
              <a:rPr lang="en-US" altLang="zh-CN" sz="2400" b="0" i="0" dirty="0">
                <a:effectLst/>
                <a:latin typeface="Arial" panose="020B0604020202020204" pitchFamily="34" charset="0"/>
              </a:rPr>
              <a:t>individual GPUs are capable of directly reading and writing the physical memory of peer GPUs without GPU runtime intervention or host CPU synchronization.</a:t>
            </a:r>
          </a:p>
          <a:p>
            <a:pPr marL="0" indent="0" fontAlgn="auto">
              <a:lnSpc>
                <a:spcPct val="150000"/>
              </a:lnSpc>
              <a:spcAft>
                <a:spcPts val="0"/>
              </a:spcAft>
              <a:buNone/>
            </a:pPr>
            <a:r>
              <a:rPr lang="en-US" altLang="zh-CN" dirty="0">
                <a:solidFill>
                  <a:srgbClr val="FF0000"/>
                </a:solidFill>
                <a:latin typeface="Helvetica Neue"/>
                <a:sym typeface="Arial" panose="020B0604020202020204" pitchFamily="34" charset="0"/>
              </a:rPr>
              <a:t>However, when loads are performed from remote memory, these P2P loads often stall thread execution beyond the GPUs’ ability to hide the load latency with multi-threading due to the longer latency of the inter-GPU interconnect as compared to local memory. P2P writes almost never stall the issuing thread because there is no implicit dependence within program execution.</a:t>
            </a:r>
          </a:p>
        </p:txBody>
      </p:sp>
    </p:spTree>
    <p:extLst>
      <p:ext uri="{BB962C8B-B14F-4D97-AF65-F5344CB8AC3E}">
        <p14:creationId xmlns:p14="http://schemas.microsoft.com/office/powerpoint/2010/main" val="4182272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96281"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600" i="1" dirty="0">
                <a:effectLst/>
                <a:latin typeface="Arial" panose="020B0604020202020204" pitchFamily="34" charset="0"/>
              </a:rPr>
              <a:t>Programmatic communication libraries</a:t>
            </a:r>
          </a:p>
          <a:p>
            <a:pPr marL="0" indent="0" fontAlgn="auto">
              <a:lnSpc>
                <a:spcPct val="150000"/>
              </a:lnSpc>
              <a:spcAft>
                <a:spcPts val="0"/>
              </a:spcAft>
              <a:buNone/>
            </a:pPr>
            <a:r>
              <a:rPr lang="en-US" altLang="zh-CN" sz="2400" b="0" i="0" dirty="0">
                <a:effectLst/>
                <a:latin typeface="Arial" panose="020B0604020202020204" pitchFamily="34" charset="0"/>
              </a:rPr>
              <a:t>MPI, NVIDIA’s NCCL, NVIDIA’s NVSHMEM provide universal inter-GPU communication and synchronization patterns, irrespective of the  interconnect technology and topologies on which the code runs. These libraries may selectively use bulk DMA transfers or P2P accesses under the hood, combined with the library-controlled memory management to optimize communication between GPUs.</a:t>
            </a:r>
          </a:p>
          <a:p>
            <a:pPr marL="0" indent="0" fontAlgn="auto">
              <a:lnSpc>
                <a:spcPct val="150000"/>
              </a:lnSpc>
              <a:spcAft>
                <a:spcPts val="0"/>
              </a:spcAft>
              <a:buNone/>
            </a:pPr>
            <a:r>
              <a:rPr lang="en-US" altLang="zh-CN" i="0" dirty="0">
                <a:solidFill>
                  <a:srgbClr val="FF0000"/>
                </a:solidFill>
                <a:effectLst/>
                <a:latin typeface="Arial" panose="020B0604020202020204" pitchFamily="34" charset="0"/>
              </a:rPr>
              <a:t>there is little they can do to avoid DMA initiation overhead when performing large transfers.</a:t>
            </a:r>
          </a:p>
        </p:txBody>
      </p:sp>
    </p:spTree>
    <p:extLst>
      <p:ext uri="{BB962C8B-B14F-4D97-AF65-F5344CB8AC3E}">
        <p14:creationId xmlns:p14="http://schemas.microsoft.com/office/powerpoint/2010/main" val="3305791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4" y="1143734"/>
            <a:ext cx="6903218"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b="1" i="0" dirty="0">
                <a:effectLst/>
                <a:latin typeface="Arial" panose="020B0604020202020204" pitchFamily="34" charset="0"/>
              </a:rPr>
              <a:t>Inter-GPU Interconnect Efficiency</a:t>
            </a:r>
          </a:p>
          <a:p>
            <a:pPr marL="0" indent="0" fontAlgn="auto">
              <a:lnSpc>
                <a:spcPct val="150000"/>
              </a:lnSpc>
              <a:spcAft>
                <a:spcPts val="0"/>
              </a:spcAft>
              <a:buNone/>
            </a:pPr>
            <a:r>
              <a:rPr lang="en-US" altLang="zh-CN" i="0" dirty="0">
                <a:effectLst/>
                <a:latin typeface="Arial" panose="020B0604020202020204" pitchFamily="34" charset="0"/>
              </a:rPr>
              <a:t>Figure 2 shows the percentage of goodput achieved on the inter connect, i.e., the  percentage of useful data delivered</a:t>
            </a:r>
            <a:r>
              <a:rPr lang="en-US" altLang="zh-CN" dirty="0">
                <a:latin typeface="Arial" panose="020B0604020202020204" pitchFamily="34" charset="0"/>
              </a:rPr>
              <a:t> </a:t>
            </a:r>
            <a:r>
              <a:rPr lang="en-US" altLang="zh-CN" i="0" dirty="0">
                <a:effectLst/>
                <a:latin typeface="Arial" panose="020B0604020202020204" pitchFamily="34" charset="0"/>
              </a:rPr>
              <a:t>over</a:t>
            </a:r>
          </a:p>
          <a:p>
            <a:pPr marL="0" indent="0" fontAlgn="auto">
              <a:lnSpc>
                <a:spcPct val="150000"/>
              </a:lnSpc>
              <a:spcAft>
                <a:spcPts val="0"/>
              </a:spcAft>
              <a:buNone/>
            </a:pPr>
            <a:r>
              <a:rPr lang="en-US" altLang="zh-CN" i="0" dirty="0">
                <a:effectLst/>
                <a:latin typeface="Arial" panose="020B0604020202020204" pitchFamily="34" charset="0"/>
              </a:rPr>
              <a:t>PCIe and </a:t>
            </a:r>
            <a:r>
              <a:rPr lang="en-US" altLang="zh-CN" i="0" dirty="0" err="1">
                <a:effectLst/>
                <a:latin typeface="Arial" panose="020B0604020202020204" pitchFamily="34" charset="0"/>
              </a:rPr>
              <a:t>NVLink</a:t>
            </a:r>
            <a:r>
              <a:rPr lang="en-US" altLang="zh-CN" i="0" dirty="0">
                <a:effectLst/>
                <a:latin typeface="Arial" panose="020B0604020202020204" pitchFamily="34" charset="0"/>
              </a:rPr>
              <a:t> interconnects for varying</a:t>
            </a:r>
          </a:p>
          <a:p>
            <a:pPr marL="0" indent="0" fontAlgn="auto">
              <a:lnSpc>
                <a:spcPct val="150000"/>
              </a:lnSpc>
              <a:spcAft>
                <a:spcPts val="0"/>
              </a:spcAft>
              <a:buNone/>
            </a:pPr>
            <a:r>
              <a:rPr lang="en-US" altLang="zh-CN" i="0" dirty="0">
                <a:effectLst/>
                <a:latin typeface="Arial" panose="020B0604020202020204" pitchFamily="34" charset="0"/>
              </a:rPr>
              <a:t>store granularities.</a:t>
            </a:r>
          </a:p>
        </p:txBody>
      </p:sp>
      <p:pic>
        <p:nvPicPr>
          <p:cNvPr id="4" name="图片 3">
            <a:extLst>
              <a:ext uri="{FF2B5EF4-FFF2-40B4-BE49-F238E27FC236}">
                <a16:creationId xmlns:a16="http://schemas.microsoft.com/office/drawing/2014/main" id="{0C5FC963-D239-1E1F-45D7-7C34E275D538}"/>
              </a:ext>
            </a:extLst>
          </p:cNvPr>
          <p:cNvPicPr>
            <a:picLocks noChangeAspect="1"/>
          </p:cNvPicPr>
          <p:nvPr/>
        </p:nvPicPr>
        <p:blipFill>
          <a:blip r:embed="rId2"/>
          <a:stretch>
            <a:fillRect/>
          </a:stretch>
        </p:blipFill>
        <p:spPr>
          <a:xfrm>
            <a:off x="6290268" y="2117571"/>
            <a:ext cx="5901732" cy="3383159"/>
          </a:xfrm>
          <a:prstGeom prst="rect">
            <a:avLst/>
          </a:prstGeom>
        </p:spPr>
      </p:pic>
    </p:spTree>
    <p:extLst>
      <p:ext uri="{BB962C8B-B14F-4D97-AF65-F5344CB8AC3E}">
        <p14:creationId xmlns:p14="http://schemas.microsoft.com/office/powerpoint/2010/main" val="2916083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4" y="1143734"/>
            <a:ext cx="6903218"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b="1" i="0" dirty="0">
                <a:effectLst/>
                <a:latin typeface="Arial" panose="020B0604020202020204" pitchFamily="34" charset="0"/>
              </a:rPr>
              <a:t>Inter-GPU Interconnect Efficiency</a:t>
            </a:r>
          </a:p>
          <a:p>
            <a:pPr marL="0" indent="0" fontAlgn="auto">
              <a:lnSpc>
                <a:spcPct val="150000"/>
              </a:lnSpc>
              <a:spcAft>
                <a:spcPts val="0"/>
              </a:spcAft>
              <a:buNone/>
            </a:pPr>
            <a:r>
              <a:rPr lang="en-US" altLang="zh-CN" i="0" dirty="0">
                <a:effectLst/>
                <a:latin typeface="Arial" panose="020B0604020202020204" pitchFamily="34" charset="0"/>
              </a:rPr>
              <a:t>Interconnect efficiency decreases at these</a:t>
            </a:r>
          </a:p>
          <a:p>
            <a:pPr marL="0" indent="0" fontAlgn="auto">
              <a:lnSpc>
                <a:spcPct val="150000"/>
              </a:lnSpc>
              <a:spcAft>
                <a:spcPts val="0"/>
              </a:spcAft>
              <a:buNone/>
            </a:pPr>
            <a:r>
              <a:rPr lang="en-US" altLang="zh-CN" i="0" dirty="0">
                <a:effectLst/>
                <a:latin typeface="Arial" panose="020B0604020202020204" pitchFamily="34" charset="0"/>
              </a:rPr>
              <a:t>smaller granularities because protocol packetization overheads dominate the</a:t>
            </a:r>
          </a:p>
          <a:p>
            <a:pPr marL="0" indent="0" fontAlgn="auto">
              <a:lnSpc>
                <a:spcPct val="150000"/>
              </a:lnSpc>
              <a:spcAft>
                <a:spcPts val="0"/>
              </a:spcAft>
              <a:buNone/>
            </a:pPr>
            <a:r>
              <a:rPr lang="en-US" altLang="zh-CN" i="0" dirty="0">
                <a:effectLst/>
                <a:latin typeface="Arial" panose="020B0604020202020204" pitchFamily="34" charset="0"/>
              </a:rPr>
              <a:t>effective goodput.</a:t>
            </a:r>
          </a:p>
        </p:txBody>
      </p:sp>
      <p:pic>
        <p:nvPicPr>
          <p:cNvPr id="4" name="图片 3">
            <a:extLst>
              <a:ext uri="{FF2B5EF4-FFF2-40B4-BE49-F238E27FC236}">
                <a16:creationId xmlns:a16="http://schemas.microsoft.com/office/drawing/2014/main" id="{0C5FC963-D239-1E1F-45D7-7C34E275D538}"/>
              </a:ext>
            </a:extLst>
          </p:cNvPr>
          <p:cNvPicPr>
            <a:picLocks noChangeAspect="1"/>
          </p:cNvPicPr>
          <p:nvPr/>
        </p:nvPicPr>
        <p:blipFill>
          <a:blip r:embed="rId2"/>
          <a:stretch>
            <a:fillRect/>
          </a:stretch>
        </p:blipFill>
        <p:spPr>
          <a:xfrm>
            <a:off x="6290268" y="2117571"/>
            <a:ext cx="5901732" cy="3383159"/>
          </a:xfrm>
          <a:prstGeom prst="rect">
            <a:avLst/>
          </a:prstGeom>
        </p:spPr>
      </p:pic>
    </p:spTree>
    <p:extLst>
      <p:ext uri="{BB962C8B-B14F-4D97-AF65-F5344CB8AC3E}">
        <p14:creationId xmlns:p14="http://schemas.microsoft.com/office/powerpoint/2010/main" val="501782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4" y="1143734"/>
            <a:ext cx="6903218"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b="1" i="0" dirty="0">
                <a:effectLst/>
                <a:latin typeface="Arial" panose="020B0604020202020204" pitchFamily="34" charset="0"/>
              </a:rPr>
              <a:t>Inter-GPU Interconnect Efficiency</a:t>
            </a:r>
          </a:p>
          <a:p>
            <a:pPr marL="0" indent="0" fontAlgn="auto">
              <a:lnSpc>
                <a:spcPct val="150000"/>
              </a:lnSpc>
              <a:spcAft>
                <a:spcPts val="0"/>
              </a:spcAft>
              <a:buNone/>
            </a:pPr>
            <a:r>
              <a:rPr lang="en-US" altLang="zh-CN" i="0" dirty="0">
                <a:effectLst/>
                <a:latin typeface="Arial" panose="020B0604020202020204" pitchFamily="34" charset="0"/>
              </a:rPr>
              <a:t>Therefore, while P2P writes may</a:t>
            </a:r>
          </a:p>
          <a:p>
            <a:pPr marL="0" indent="0" fontAlgn="auto">
              <a:lnSpc>
                <a:spcPct val="150000"/>
              </a:lnSpc>
              <a:spcAft>
                <a:spcPts val="0"/>
              </a:spcAft>
              <a:buNone/>
            </a:pPr>
            <a:r>
              <a:rPr lang="en-US" altLang="zh-CN" i="0" dirty="0">
                <a:effectLst/>
                <a:latin typeface="Arial" panose="020B0604020202020204" pitchFamily="34" charset="0"/>
              </a:rPr>
              <a:t>fundamentally be the most efficient way to transfer data from a latency-hiding</a:t>
            </a:r>
          </a:p>
          <a:p>
            <a:pPr marL="0" indent="0" fontAlgn="auto">
              <a:lnSpc>
                <a:spcPct val="150000"/>
              </a:lnSpc>
              <a:spcAft>
                <a:spcPts val="0"/>
              </a:spcAft>
              <a:buNone/>
            </a:pPr>
            <a:r>
              <a:rPr lang="en-US" altLang="zh-CN" i="0" dirty="0">
                <a:effectLst/>
                <a:latin typeface="Arial" panose="020B0604020202020204" pitchFamily="34" charset="0"/>
              </a:rPr>
              <a:t>perspective, dramatic improvements in</a:t>
            </a:r>
          </a:p>
          <a:p>
            <a:pPr marL="0" indent="0" fontAlgn="auto">
              <a:lnSpc>
                <a:spcPct val="150000"/>
              </a:lnSpc>
              <a:spcAft>
                <a:spcPts val="0"/>
              </a:spcAft>
              <a:buNone/>
            </a:pPr>
            <a:r>
              <a:rPr lang="en-US" altLang="zh-CN" i="0" dirty="0">
                <a:effectLst/>
                <a:latin typeface="Arial" panose="020B0604020202020204" pitchFamily="34" charset="0"/>
              </a:rPr>
              <a:t>interconnect  efficiency must be achieved</a:t>
            </a:r>
          </a:p>
          <a:p>
            <a:pPr marL="0" indent="0" fontAlgn="auto">
              <a:lnSpc>
                <a:spcPct val="150000"/>
              </a:lnSpc>
              <a:spcAft>
                <a:spcPts val="0"/>
              </a:spcAft>
              <a:buNone/>
            </a:pPr>
            <a:r>
              <a:rPr lang="en-US" altLang="zh-CN" i="0" dirty="0">
                <a:effectLst/>
                <a:latin typeface="Arial" panose="020B0604020202020204" pitchFamily="34" charset="0"/>
              </a:rPr>
              <a:t>to improve overall multi-GPU performance.</a:t>
            </a:r>
          </a:p>
        </p:txBody>
      </p:sp>
      <p:pic>
        <p:nvPicPr>
          <p:cNvPr id="4" name="图片 3">
            <a:extLst>
              <a:ext uri="{FF2B5EF4-FFF2-40B4-BE49-F238E27FC236}">
                <a16:creationId xmlns:a16="http://schemas.microsoft.com/office/drawing/2014/main" id="{0C5FC963-D239-1E1F-45D7-7C34E275D538}"/>
              </a:ext>
            </a:extLst>
          </p:cNvPr>
          <p:cNvPicPr>
            <a:picLocks noChangeAspect="1"/>
          </p:cNvPicPr>
          <p:nvPr/>
        </p:nvPicPr>
        <p:blipFill>
          <a:blip r:embed="rId2"/>
          <a:stretch>
            <a:fillRect/>
          </a:stretch>
        </p:blipFill>
        <p:spPr>
          <a:xfrm>
            <a:off x="6290268" y="2117571"/>
            <a:ext cx="5901732" cy="3383159"/>
          </a:xfrm>
          <a:prstGeom prst="rect">
            <a:avLst/>
          </a:prstGeom>
        </p:spPr>
      </p:pic>
    </p:spTree>
    <p:extLst>
      <p:ext uri="{BB962C8B-B14F-4D97-AF65-F5344CB8AC3E}">
        <p14:creationId xmlns:p14="http://schemas.microsoft.com/office/powerpoint/2010/main" val="3919312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PROACT</a:t>
            </a:r>
          </a:p>
          <a:p>
            <a:pPr marL="0" indent="0" fontAlgn="auto">
              <a:lnSpc>
                <a:spcPct val="150000"/>
              </a:lnSpc>
              <a:spcAft>
                <a:spcPts val="0"/>
              </a:spcAft>
              <a:buNone/>
            </a:pPr>
            <a:r>
              <a:rPr lang="en-US" altLang="zh-CN" sz="3200" i="0" dirty="0">
                <a:effectLst/>
                <a:latin typeface="Arial" panose="020B0604020202020204" pitchFamily="34" charset="0"/>
              </a:rPr>
              <a:t>bridge the benefits of </a:t>
            </a:r>
            <a:r>
              <a:rPr lang="en-US" altLang="zh-CN" sz="3200" b="1" i="0" dirty="0">
                <a:effectLst/>
                <a:latin typeface="Arial" panose="020B0604020202020204" pitchFamily="34" charset="0"/>
              </a:rPr>
              <a:t>DMA-based bulk copies </a:t>
            </a:r>
            <a:r>
              <a:rPr lang="en-US" altLang="zh-CN" sz="3200" i="0" dirty="0">
                <a:effectLst/>
                <a:latin typeface="Arial" panose="020B0604020202020204" pitchFamily="34" charset="0"/>
              </a:rPr>
              <a:t>and </a:t>
            </a:r>
            <a:r>
              <a:rPr lang="en-US" altLang="zh-CN" sz="3200" b="1" i="0" dirty="0">
                <a:effectLst/>
                <a:latin typeface="Arial" panose="020B0604020202020204" pitchFamily="34" charset="0"/>
              </a:rPr>
              <a:t>peer-to-peer accesses</a:t>
            </a:r>
            <a:r>
              <a:rPr lang="en-US" altLang="zh-CN" sz="3200" i="0" dirty="0">
                <a:effectLst/>
                <a:latin typeface="Arial" panose="020B0604020202020204" pitchFamily="34" charset="0"/>
              </a:rPr>
              <a:t> in multi-GPU systems</a:t>
            </a:r>
            <a:r>
              <a:rPr lang="en-US" altLang="zh-CN" sz="3200" dirty="0">
                <a:latin typeface="Arial" panose="020B0604020202020204" pitchFamily="34" charset="0"/>
              </a:rPr>
              <a:t>.</a:t>
            </a:r>
          </a:p>
          <a:p>
            <a:pPr marL="0" indent="0" fontAlgn="auto">
              <a:lnSpc>
                <a:spcPct val="150000"/>
              </a:lnSpc>
              <a:spcAft>
                <a:spcPts val="0"/>
              </a:spcAft>
              <a:buNone/>
            </a:pPr>
            <a:endParaRPr lang="en-US" altLang="zh-CN" sz="3200" i="0" dirty="0">
              <a:effectLst/>
              <a:latin typeface="Arial" panose="020B0604020202020204" pitchFamily="34" charset="0"/>
            </a:endParaRPr>
          </a:p>
          <a:p>
            <a:pPr marL="0" indent="0" fontAlgn="auto">
              <a:lnSpc>
                <a:spcPct val="150000"/>
              </a:lnSpc>
              <a:spcAft>
                <a:spcPts val="0"/>
              </a:spcAft>
              <a:buNone/>
            </a:pPr>
            <a:r>
              <a:rPr lang="en-US" altLang="zh-CN" sz="3200" i="0" dirty="0">
                <a:effectLst/>
                <a:latin typeface="Arial" panose="020B0604020202020204" pitchFamily="34" charset="0"/>
              </a:rPr>
              <a:t>provide the interconnect efficiency of large transfers with the non-blocking semantics of SM initiated peer-to-peer stores.</a:t>
            </a:r>
          </a:p>
        </p:txBody>
      </p:sp>
    </p:spTree>
    <p:extLst>
      <p:ext uri="{BB962C8B-B14F-4D97-AF65-F5344CB8AC3E}">
        <p14:creationId xmlns:p14="http://schemas.microsoft.com/office/powerpoint/2010/main" val="144086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PROACT</a:t>
            </a:r>
          </a:p>
          <a:p>
            <a:pPr lvl="1" fontAlgn="auto">
              <a:spcAft>
                <a:spcPts val="0"/>
              </a:spcAft>
            </a:pPr>
            <a:r>
              <a:rPr lang="en-US" altLang="zh-CN" sz="3200" i="0" dirty="0">
                <a:effectLst/>
                <a:latin typeface="Arial" panose="020B0604020202020204" pitchFamily="34" charset="0"/>
              </a:rPr>
              <a:t>balancing the overlap of  data transfers with GPU computation</a:t>
            </a:r>
          </a:p>
          <a:p>
            <a:pPr lvl="1" fontAlgn="auto">
              <a:spcAft>
                <a:spcPts val="0"/>
              </a:spcAft>
            </a:pPr>
            <a:endParaRPr lang="en-US" altLang="zh-CN" sz="3200" i="0" dirty="0">
              <a:effectLst/>
              <a:latin typeface="Arial" panose="020B0604020202020204" pitchFamily="34" charset="0"/>
            </a:endParaRPr>
          </a:p>
          <a:p>
            <a:pPr lvl="1" fontAlgn="auto">
              <a:spcAft>
                <a:spcPts val="0"/>
              </a:spcAft>
            </a:pPr>
            <a:r>
              <a:rPr lang="en-US" altLang="zh-CN" sz="3200" i="0" dirty="0">
                <a:effectLst/>
                <a:latin typeface="Arial" panose="020B0604020202020204" pitchFamily="34" charset="0"/>
              </a:rPr>
              <a:t>maximizing the opportunity for write coalescing</a:t>
            </a:r>
          </a:p>
          <a:p>
            <a:pPr lvl="1" fontAlgn="auto">
              <a:spcAft>
                <a:spcPts val="0"/>
              </a:spcAft>
            </a:pPr>
            <a:endParaRPr lang="en-US" altLang="zh-CN" sz="3200" i="0" dirty="0">
              <a:effectLst/>
              <a:latin typeface="Arial" panose="020B0604020202020204" pitchFamily="34" charset="0"/>
            </a:endParaRPr>
          </a:p>
          <a:p>
            <a:pPr lvl="1" fontAlgn="auto">
              <a:spcAft>
                <a:spcPts val="0"/>
              </a:spcAft>
            </a:pPr>
            <a:r>
              <a:rPr lang="en-US" altLang="zh-CN" sz="3200" i="0" dirty="0">
                <a:effectLst/>
                <a:latin typeface="Arial" panose="020B0604020202020204" pitchFamily="34" charset="0"/>
              </a:rPr>
              <a:t>smoothing interconnect utilization over time to ensure no bandwidth is wasted</a:t>
            </a:r>
          </a:p>
          <a:p>
            <a:pPr lvl="1" fontAlgn="auto">
              <a:spcAft>
                <a:spcPts val="0"/>
              </a:spcAft>
            </a:pPr>
            <a:endParaRPr lang="en-US" altLang="zh-CN" sz="3200" i="0" dirty="0">
              <a:effectLst/>
              <a:latin typeface="Arial" panose="020B0604020202020204" pitchFamily="34" charset="0"/>
            </a:endParaRPr>
          </a:p>
          <a:p>
            <a:pPr lvl="1" fontAlgn="auto">
              <a:spcAft>
                <a:spcPts val="0"/>
              </a:spcAft>
            </a:pPr>
            <a:r>
              <a:rPr lang="en-US" altLang="zh-CN" sz="3200" i="0" dirty="0">
                <a:effectLst/>
                <a:latin typeface="Arial" panose="020B0604020202020204" pitchFamily="34" charset="0"/>
              </a:rPr>
              <a:t>increasing interconnect efficiency by ensuring communication occurs at sufficiently large granularities</a:t>
            </a:r>
          </a:p>
        </p:txBody>
      </p:sp>
    </p:spTree>
    <p:extLst>
      <p:ext uri="{BB962C8B-B14F-4D97-AF65-F5344CB8AC3E}">
        <p14:creationId xmlns:p14="http://schemas.microsoft.com/office/powerpoint/2010/main" val="689498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PROACT</a:t>
            </a:r>
          </a:p>
          <a:p>
            <a:pPr lvl="1" fontAlgn="auto">
              <a:spcAft>
                <a:spcPts val="0"/>
              </a:spcAft>
            </a:pPr>
            <a:r>
              <a:rPr lang="en-US" altLang="zh-CN" sz="3200" i="0" dirty="0">
                <a:effectLst/>
                <a:latin typeface="Arial" panose="020B0604020202020204" pitchFamily="34" charset="0"/>
              </a:rPr>
              <a:t>a compile-time profiler to determine the different PROACT parameters required to achieve optimized transfer efficiency</a:t>
            </a:r>
          </a:p>
          <a:p>
            <a:pPr lvl="1" fontAlgn="auto">
              <a:spcAft>
                <a:spcPts val="0"/>
              </a:spcAft>
            </a:pPr>
            <a:endParaRPr lang="en-US" altLang="zh-CN" sz="3200" i="0" dirty="0">
              <a:effectLst/>
              <a:latin typeface="Arial" panose="020B0604020202020204" pitchFamily="34" charset="0"/>
            </a:endParaRPr>
          </a:p>
          <a:p>
            <a:pPr lvl="1" fontAlgn="auto">
              <a:spcAft>
                <a:spcPts val="0"/>
              </a:spcAft>
            </a:pPr>
            <a:r>
              <a:rPr lang="en-US" altLang="zh-CN" sz="3200" i="0" dirty="0">
                <a:effectLst/>
                <a:latin typeface="Arial" panose="020B0604020202020204" pitchFamily="34" charset="0"/>
              </a:rPr>
              <a:t>a tracking unit to monitor data readiness</a:t>
            </a:r>
          </a:p>
          <a:p>
            <a:pPr lvl="1" fontAlgn="auto">
              <a:spcAft>
                <a:spcPts val="0"/>
              </a:spcAft>
            </a:pPr>
            <a:endParaRPr lang="en-US" altLang="zh-CN" sz="3200" dirty="0">
              <a:latin typeface="Arial" panose="020B0604020202020204" pitchFamily="34" charset="0"/>
            </a:endParaRPr>
          </a:p>
          <a:p>
            <a:pPr lvl="1" fontAlgn="auto">
              <a:spcAft>
                <a:spcPts val="0"/>
              </a:spcAft>
            </a:pPr>
            <a:r>
              <a:rPr lang="en-US" altLang="zh-CN" sz="3200" i="0" dirty="0">
                <a:effectLst/>
                <a:latin typeface="Arial" panose="020B0604020202020204" pitchFamily="34" charset="0"/>
              </a:rPr>
              <a:t>a data transfer mechanism that initiates optimized transfers</a:t>
            </a:r>
          </a:p>
        </p:txBody>
      </p:sp>
    </p:spTree>
    <p:extLst>
      <p:ext uri="{BB962C8B-B14F-4D97-AF65-F5344CB8AC3E}">
        <p14:creationId xmlns:p14="http://schemas.microsoft.com/office/powerpoint/2010/main" val="461010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PROACT</a:t>
            </a:r>
          </a:p>
        </p:txBody>
      </p:sp>
      <p:pic>
        <p:nvPicPr>
          <p:cNvPr id="4" name="图片 3">
            <a:extLst>
              <a:ext uri="{FF2B5EF4-FFF2-40B4-BE49-F238E27FC236}">
                <a16:creationId xmlns:a16="http://schemas.microsoft.com/office/drawing/2014/main" id="{B566195C-0998-4FCC-D7D9-CDDA0A058697}"/>
              </a:ext>
            </a:extLst>
          </p:cNvPr>
          <p:cNvPicPr>
            <a:picLocks noChangeAspect="1"/>
          </p:cNvPicPr>
          <p:nvPr/>
        </p:nvPicPr>
        <p:blipFill>
          <a:blip r:embed="rId2"/>
          <a:stretch>
            <a:fillRect/>
          </a:stretch>
        </p:blipFill>
        <p:spPr>
          <a:xfrm>
            <a:off x="649908" y="2274817"/>
            <a:ext cx="11319178" cy="3716550"/>
          </a:xfrm>
          <a:prstGeom prst="rect">
            <a:avLst/>
          </a:prstGeom>
        </p:spPr>
      </p:pic>
    </p:spTree>
    <p:extLst>
      <p:ext uri="{BB962C8B-B14F-4D97-AF65-F5344CB8AC3E}">
        <p14:creationId xmlns:p14="http://schemas.microsoft.com/office/powerpoint/2010/main" val="3583337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Optimizing Transfer Efficiency via Profiling</a:t>
            </a:r>
          </a:p>
          <a:p>
            <a:pPr marL="0" indent="0" fontAlgn="auto">
              <a:lnSpc>
                <a:spcPct val="150000"/>
              </a:lnSpc>
              <a:spcAft>
                <a:spcPts val="0"/>
              </a:spcAft>
              <a:buNone/>
            </a:pPr>
            <a:r>
              <a:rPr lang="en-US" altLang="zh-CN" sz="3200" i="0" dirty="0">
                <a:effectLst/>
                <a:latin typeface="Arial" panose="020B0604020202020204" pitchFamily="34" charset="0"/>
              </a:rPr>
              <a:t>If the granularity of P2P stores is too small, they offer  poor interconnect efficiency. If a sufficient number of writes are not in flight on the interconnect at any given time, bandwidth will go underutilized.</a:t>
            </a:r>
          </a:p>
        </p:txBody>
      </p:sp>
    </p:spTree>
    <p:extLst>
      <p:ext uri="{BB962C8B-B14F-4D97-AF65-F5344CB8AC3E}">
        <p14:creationId xmlns:p14="http://schemas.microsoft.com/office/powerpoint/2010/main" val="4034729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Optimizing Transfer Efficiency via Profiling</a:t>
            </a:r>
          </a:p>
        </p:txBody>
      </p:sp>
      <p:pic>
        <p:nvPicPr>
          <p:cNvPr id="4" name="图片 3">
            <a:extLst>
              <a:ext uri="{FF2B5EF4-FFF2-40B4-BE49-F238E27FC236}">
                <a16:creationId xmlns:a16="http://schemas.microsoft.com/office/drawing/2014/main" id="{9B2581B0-3EFB-C2B4-D6E9-32CE370243C9}"/>
              </a:ext>
            </a:extLst>
          </p:cNvPr>
          <p:cNvPicPr>
            <a:picLocks noChangeAspect="1"/>
          </p:cNvPicPr>
          <p:nvPr/>
        </p:nvPicPr>
        <p:blipFill>
          <a:blip r:embed="rId3"/>
          <a:stretch>
            <a:fillRect/>
          </a:stretch>
        </p:blipFill>
        <p:spPr>
          <a:xfrm>
            <a:off x="2987890" y="1695126"/>
            <a:ext cx="6263235" cy="4655431"/>
          </a:xfrm>
          <a:prstGeom prst="rect">
            <a:avLst/>
          </a:prstGeom>
        </p:spPr>
      </p:pic>
    </p:spTree>
    <p:extLst>
      <p:ext uri="{BB962C8B-B14F-4D97-AF65-F5344CB8AC3E}">
        <p14:creationId xmlns:p14="http://schemas.microsoft.com/office/powerpoint/2010/main" val="2894637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Optimizing Transfer Efficiency via Profiling</a:t>
            </a:r>
          </a:p>
          <a:p>
            <a:pPr marL="0" indent="0" fontAlgn="auto">
              <a:lnSpc>
                <a:spcPct val="150000"/>
              </a:lnSpc>
              <a:spcAft>
                <a:spcPts val="0"/>
              </a:spcAft>
              <a:buNone/>
            </a:pPr>
            <a:r>
              <a:rPr lang="en-US" altLang="zh-CN" sz="3200" i="0" dirty="0">
                <a:effectLst/>
                <a:latin typeface="Arial" panose="020B0604020202020204" pitchFamily="34" charset="0"/>
              </a:rPr>
              <a:t>Each GPU generation and interconnect type has a specific  number of GPU threads needed to saturate the interconnect bandwidth. By examining these profiles, PROACT can choose </a:t>
            </a:r>
            <a:r>
              <a:rPr lang="en-US" altLang="zh-CN" sz="3200" b="1" i="0" dirty="0">
                <a:effectLst/>
                <a:latin typeface="Arial" panose="020B0604020202020204" pitchFamily="34" charset="0"/>
              </a:rPr>
              <a:t>the number of transfer threads for a given system </a:t>
            </a:r>
            <a:r>
              <a:rPr lang="en-US" altLang="zh-CN" sz="3200" i="0" dirty="0">
                <a:effectLst/>
                <a:latin typeface="Arial" panose="020B0604020202020204" pitchFamily="34" charset="0"/>
              </a:rPr>
              <a:t>to maximize interconnect bandwidth while minimizing how many GPU execution lanes are used for data transfer</a:t>
            </a:r>
            <a:r>
              <a:rPr lang="en-US" altLang="zh-CN" sz="3200" dirty="0">
                <a:latin typeface="Arial" panose="020B0604020202020204" pitchFamily="34" charset="0"/>
              </a:rPr>
              <a:t>.</a:t>
            </a:r>
            <a:endParaRPr lang="en-US" altLang="zh-CN" sz="3200" i="0" dirty="0">
              <a:effectLst/>
              <a:latin typeface="Arial" panose="020B0604020202020204" pitchFamily="34" charset="0"/>
            </a:endParaRPr>
          </a:p>
        </p:txBody>
      </p:sp>
    </p:spTree>
    <p:extLst>
      <p:ext uri="{BB962C8B-B14F-4D97-AF65-F5344CB8AC3E}">
        <p14:creationId xmlns:p14="http://schemas.microsoft.com/office/powerpoint/2010/main" val="1205945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Optimizing Transfer Efficiency via Profiling</a:t>
            </a:r>
          </a:p>
          <a:p>
            <a:pPr marL="0" indent="0" fontAlgn="auto">
              <a:lnSpc>
                <a:spcPct val="150000"/>
              </a:lnSpc>
              <a:spcAft>
                <a:spcPts val="0"/>
              </a:spcAft>
              <a:buNone/>
            </a:pPr>
            <a:r>
              <a:rPr lang="en-US" altLang="zh-CN" sz="3200" i="0" dirty="0">
                <a:effectLst/>
                <a:latin typeface="Arial" panose="020B0604020202020204" pitchFamily="34" charset="0"/>
              </a:rPr>
              <a:t>The PROACT profiler performs a parameter sweep and analyzes application performance across PROACT’s  different  transfer  mechanisms, varying the </a:t>
            </a:r>
            <a:r>
              <a:rPr lang="en-US" altLang="zh-CN" sz="3200" b="1" i="0" dirty="0">
                <a:effectLst/>
                <a:latin typeface="Arial" panose="020B0604020202020204" pitchFamily="34" charset="0"/>
              </a:rPr>
              <a:t>transfer chunk size </a:t>
            </a:r>
            <a:r>
              <a:rPr lang="en-US" altLang="zh-CN" sz="3200" i="0" dirty="0">
                <a:effectLst/>
                <a:latin typeface="Arial" panose="020B0604020202020204" pitchFamily="34" charset="0"/>
              </a:rPr>
              <a:t>and </a:t>
            </a:r>
            <a:r>
              <a:rPr lang="en-US" altLang="zh-CN" sz="3200" b="1" i="0" dirty="0">
                <a:effectLst/>
                <a:latin typeface="Arial" panose="020B0604020202020204" pitchFamily="34" charset="0"/>
              </a:rPr>
              <a:t>transfer thread  count</a:t>
            </a:r>
            <a:r>
              <a:rPr lang="en-US" altLang="zh-CN" sz="3200" i="0" dirty="0">
                <a:effectLst/>
                <a:latin typeface="Arial" panose="020B0604020202020204" pitchFamily="34" charset="0"/>
              </a:rPr>
              <a:t>, to identify the configuration that achieves the best application runtime for a given application and system. It then configures the application compilation to emit code that is most efficient according to the profiling results.</a:t>
            </a:r>
          </a:p>
        </p:txBody>
      </p:sp>
    </p:spTree>
    <p:extLst>
      <p:ext uri="{BB962C8B-B14F-4D97-AF65-F5344CB8AC3E}">
        <p14:creationId xmlns:p14="http://schemas.microsoft.com/office/powerpoint/2010/main" val="1972156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Tracking Local Data Transfer Readiness</a:t>
            </a:r>
          </a:p>
          <a:p>
            <a:pPr marL="0" indent="0" fontAlgn="auto">
              <a:lnSpc>
                <a:spcPct val="150000"/>
              </a:lnSpc>
              <a:spcAft>
                <a:spcPts val="0"/>
              </a:spcAft>
              <a:buNone/>
            </a:pPr>
            <a:r>
              <a:rPr lang="en-US" altLang="zh-CN" sz="3200" i="0" dirty="0">
                <a:solidFill>
                  <a:srgbClr val="FF0000"/>
                </a:solidFill>
                <a:effectLst/>
                <a:latin typeface="Arial" panose="020B0604020202020204" pitchFamily="34" charset="0"/>
              </a:rPr>
              <a:t>transmit data over the  interconnect at fine granularity leads to poor interconnect efficiency</a:t>
            </a:r>
            <a:r>
              <a:rPr lang="en-US" altLang="zh-CN" sz="3200" dirty="0">
                <a:solidFill>
                  <a:srgbClr val="FF0000"/>
                </a:solidFill>
                <a:latin typeface="Arial" panose="020B0604020202020204" pitchFamily="34" charset="0"/>
              </a:rPr>
              <a:t>.</a:t>
            </a:r>
          </a:p>
          <a:p>
            <a:pPr marL="0" indent="0" fontAlgn="auto">
              <a:lnSpc>
                <a:spcPct val="150000"/>
              </a:lnSpc>
              <a:spcAft>
                <a:spcPts val="0"/>
              </a:spcAft>
              <a:buNone/>
            </a:pPr>
            <a:endParaRPr lang="en-US" altLang="zh-CN" sz="3200" i="0" dirty="0">
              <a:solidFill>
                <a:srgbClr val="FF0000"/>
              </a:solidFill>
              <a:effectLst/>
              <a:latin typeface="Arial" panose="020B0604020202020204" pitchFamily="34" charset="0"/>
            </a:endParaRPr>
          </a:p>
          <a:p>
            <a:pPr marL="0" indent="0" fontAlgn="auto">
              <a:lnSpc>
                <a:spcPct val="150000"/>
              </a:lnSpc>
              <a:spcAft>
                <a:spcPts val="0"/>
              </a:spcAft>
              <a:buNone/>
            </a:pPr>
            <a:r>
              <a:rPr lang="en-US" altLang="zh-CN" sz="3200" dirty="0">
                <a:latin typeface="Arial" panose="020B0604020202020204" pitchFamily="34" charset="0"/>
              </a:rPr>
              <a:t>remote GPU transfers be decoupled from each thread’s writes  by aggregating these writes into local GPU memory before being transferred to remote GPUs</a:t>
            </a:r>
          </a:p>
        </p:txBody>
      </p:sp>
    </p:spTree>
    <p:extLst>
      <p:ext uri="{BB962C8B-B14F-4D97-AF65-F5344CB8AC3E}">
        <p14:creationId xmlns:p14="http://schemas.microsoft.com/office/powerpoint/2010/main" val="2676243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Tracking Local Data Transfer Readiness</a:t>
            </a:r>
          </a:p>
        </p:txBody>
      </p:sp>
      <p:pic>
        <p:nvPicPr>
          <p:cNvPr id="4" name="图片 3">
            <a:extLst>
              <a:ext uri="{FF2B5EF4-FFF2-40B4-BE49-F238E27FC236}">
                <a16:creationId xmlns:a16="http://schemas.microsoft.com/office/drawing/2014/main" id="{5FB23806-515F-E7A2-D040-3E0DBDCD4A80}"/>
              </a:ext>
            </a:extLst>
          </p:cNvPr>
          <p:cNvPicPr>
            <a:picLocks noChangeAspect="1"/>
          </p:cNvPicPr>
          <p:nvPr/>
        </p:nvPicPr>
        <p:blipFill>
          <a:blip r:embed="rId3"/>
          <a:stretch>
            <a:fillRect/>
          </a:stretch>
        </p:blipFill>
        <p:spPr>
          <a:xfrm>
            <a:off x="174445" y="2125038"/>
            <a:ext cx="11843110" cy="3589228"/>
          </a:xfrm>
          <a:prstGeom prst="rect">
            <a:avLst/>
          </a:prstGeom>
        </p:spPr>
      </p:pic>
    </p:spTree>
    <p:extLst>
      <p:ext uri="{BB962C8B-B14F-4D97-AF65-F5344CB8AC3E}">
        <p14:creationId xmlns:p14="http://schemas.microsoft.com/office/powerpoint/2010/main" val="510893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Tracking Local Data Transfer Readiness</a:t>
            </a:r>
          </a:p>
          <a:p>
            <a:pPr marL="0" indent="0" fontAlgn="auto">
              <a:lnSpc>
                <a:spcPct val="150000"/>
              </a:lnSpc>
              <a:spcAft>
                <a:spcPts val="0"/>
              </a:spcAft>
              <a:buNone/>
            </a:pPr>
            <a:r>
              <a:rPr lang="en-US" altLang="zh-CN" sz="3200" i="0" dirty="0">
                <a:effectLst/>
                <a:latin typeface="Arial" panose="020B0604020202020204" pitchFamily="34" charset="0"/>
              </a:rPr>
              <a:t>PROACT provides a mechanism whereby GPU threads individually write to local memory indicated by the programmer as a PROACT-enabled region. This locally written data is then propagated to remote GPUs by an asynchronously operating transfer agent.</a:t>
            </a:r>
          </a:p>
        </p:txBody>
      </p:sp>
    </p:spTree>
    <p:extLst>
      <p:ext uri="{BB962C8B-B14F-4D97-AF65-F5344CB8AC3E}">
        <p14:creationId xmlns:p14="http://schemas.microsoft.com/office/powerpoint/2010/main" val="1446351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Tracking Local Data Transfer Readiness</a:t>
            </a:r>
          </a:p>
          <a:p>
            <a:pPr marL="0" indent="0" fontAlgn="auto">
              <a:lnSpc>
                <a:spcPct val="150000"/>
              </a:lnSpc>
              <a:spcAft>
                <a:spcPts val="0"/>
              </a:spcAft>
              <a:buNone/>
            </a:pPr>
            <a:r>
              <a:rPr lang="en-US" altLang="zh-CN" sz="3200" i="0" dirty="0">
                <a:effectLst/>
                <a:latin typeface="Arial" panose="020B0604020202020204" pitchFamily="34" charset="0"/>
              </a:rPr>
              <a:t>The NVIDIA GPU memory model only requires weak writes and  strong writes with </a:t>
            </a:r>
            <a:r>
              <a:rPr lang="en-US" altLang="zh-CN" sz="3200" i="1" dirty="0" err="1">
                <a:effectLst/>
                <a:latin typeface="Arial" panose="020B0604020202020204" pitchFamily="34" charset="0"/>
              </a:rPr>
              <a:t>cta</a:t>
            </a:r>
            <a:r>
              <a:rPr lang="en-US" altLang="zh-CN" sz="3200" i="0" dirty="0">
                <a:effectLst/>
                <a:latin typeface="Arial" panose="020B0604020202020204" pitchFamily="34" charset="0"/>
              </a:rPr>
              <a:t> and </a:t>
            </a:r>
            <a:r>
              <a:rPr lang="en-US" altLang="zh-CN" sz="3200" i="1" dirty="0" err="1">
                <a:effectLst/>
                <a:latin typeface="Arial" panose="020B0604020202020204" pitchFamily="34" charset="0"/>
              </a:rPr>
              <a:t>gpu</a:t>
            </a:r>
            <a:r>
              <a:rPr lang="en-US" altLang="zh-CN" sz="3200" i="0" dirty="0">
                <a:effectLst/>
                <a:latin typeface="Arial" panose="020B0604020202020204" pitchFamily="34" charset="0"/>
              </a:rPr>
              <a:t> scopes to be visible at remote GPUs no later than the succeeding global synchronization barrier.</a:t>
            </a:r>
          </a:p>
        </p:txBody>
      </p:sp>
    </p:spTree>
    <p:extLst>
      <p:ext uri="{BB962C8B-B14F-4D97-AF65-F5344CB8AC3E}">
        <p14:creationId xmlns:p14="http://schemas.microsoft.com/office/powerpoint/2010/main" val="19195654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Tracking Local Data Transfer Readiness</a:t>
            </a:r>
          </a:p>
          <a:p>
            <a:pPr marL="0" indent="0" fontAlgn="auto">
              <a:lnSpc>
                <a:spcPct val="150000"/>
              </a:lnSpc>
              <a:spcAft>
                <a:spcPts val="0"/>
              </a:spcAft>
              <a:buNone/>
            </a:pPr>
            <a:r>
              <a:rPr lang="en-US" altLang="zh-CN" sz="3200" i="0" dirty="0">
                <a:effectLst/>
                <a:latin typeface="Arial" panose="020B0604020202020204" pitchFamily="34" charset="0"/>
              </a:rPr>
              <a:t>PROACT exploits this slack by aggregating data in local memory until all writes to a transfer chunk complete, only then pushing out data to keep the interconnect saturated with high-efficiency transfers.</a:t>
            </a:r>
          </a:p>
        </p:txBody>
      </p:sp>
    </p:spTree>
    <p:extLst>
      <p:ext uri="{BB962C8B-B14F-4D97-AF65-F5344CB8AC3E}">
        <p14:creationId xmlns:p14="http://schemas.microsoft.com/office/powerpoint/2010/main" val="1618455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Tracking Local Data Transfer Readiness</a:t>
            </a:r>
          </a:p>
          <a:p>
            <a:pPr lvl="1" fontAlgn="auto">
              <a:spcAft>
                <a:spcPts val="0"/>
              </a:spcAft>
            </a:pPr>
            <a:r>
              <a:rPr lang="en-US" altLang="zh-CN" sz="3200" dirty="0">
                <a:latin typeface="Arial" panose="020B0604020202020204" pitchFamily="34" charset="0"/>
              </a:rPr>
              <a:t>Atomic counters to track data generation</a:t>
            </a:r>
          </a:p>
          <a:p>
            <a:pPr marL="457200" lvl="1" indent="0" fontAlgn="auto">
              <a:lnSpc>
                <a:spcPct val="150000"/>
              </a:lnSpc>
              <a:spcAft>
                <a:spcPts val="0"/>
              </a:spcAft>
              <a:buNone/>
            </a:pPr>
            <a:r>
              <a:rPr lang="en-US" altLang="zh-CN" sz="3200" dirty="0">
                <a:latin typeface="Arial" panose="020B0604020202020204" pitchFamily="34" charset="0"/>
              </a:rPr>
              <a:t>PROACT employs a set of atomic counters (one per chunk within the determined transfer granularity) to track data generation and begin the transfers.</a:t>
            </a:r>
          </a:p>
        </p:txBody>
      </p:sp>
    </p:spTree>
    <p:extLst>
      <p:ext uri="{BB962C8B-B14F-4D97-AF65-F5344CB8AC3E}">
        <p14:creationId xmlns:p14="http://schemas.microsoft.com/office/powerpoint/2010/main" val="2339502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Tracking Local Data Transfer Readiness</a:t>
            </a:r>
          </a:p>
          <a:p>
            <a:pPr lvl="1" fontAlgn="auto">
              <a:spcAft>
                <a:spcPts val="0"/>
              </a:spcAft>
            </a:pPr>
            <a:r>
              <a:rPr lang="en-US" altLang="zh-CN" sz="3200" dirty="0">
                <a:latin typeface="Arial" panose="020B0604020202020204" pitchFamily="34" charset="0"/>
              </a:rPr>
              <a:t>Atomic counters to track data generation</a:t>
            </a:r>
          </a:p>
          <a:p>
            <a:pPr marL="457200" lvl="1" indent="0" fontAlgn="auto">
              <a:lnSpc>
                <a:spcPct val="150000"/>
              </a:lnSpc>
              <a:spcAft>
                <a:spcPts val="0"/>
              </a:spcAft>
              <a:buNone/>
            </a:pPr>
            <a:r>
              <a:rPr lang="en-US" altLang="zh-CN" sz="3200" dirty="0">
                <a:latin typeface="Arial" panose="020B0604020202020204" pitchFamily="34" charset="0"/>
              </a:rPr>
              <a:t>Each atomic counter is initialized with a value equal to </a:t>
            </a:r>
            <a:r>
              <a:rPr lang="en-US" altLang="zh-CN" sz="3200" b="1" dirty="0">
                <a:latin typeface="Arial" panose="020B0604020202020204" pitchFamily="34" charset="0"/>
              </a:rPr>
              <a:t>the number of Compute Thread Arrays (CTAs)</a:t>
            </a:r>
            <a:r>
              <a:rPr lang="en-US" altLang="zh-CN" sz="3200" dirty="0">
                <a:latin typeface="Arial" panose="020B0604020202020204" pitchFamily="34" charset="0"/>
              </a:rPr>
              <a:t> that issue writes to its corresponding chunk, as determined by the compiler.</a:t>
            </a:r>
          </a:p>
        </p:txBody>
      </p:sp>
    </p:spTree>
    <p:extLst>
      <p:ext uri="{BB962C8B-B14F-4D97-AF65-F5344CB8AC3E}">
        <p14:creationId xmlns:p14="http://schemas.microsoft.com/office/powerpoint/2010/main" val="28619907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Tracking Local Data Transfer Readiness</a:t>
            </a:r>
          </a:p>
          <a:p>
            <a:pPr lvl="1" fontAlgn="auto">
              <a:spcAft>
                <a:spcPts val="0"/>
              </a:spcAft>
            </a:pPr>
            <a:r>
              <a:rPr lang="en-US" altLang="zh-CN" sz="3200" dirty="0">
                <a:latin typeface="Arial" panose="020B0604020202020204" pitchFamily="34" charset="0"/>
              </a:rPr>
              <a:t>Atomic counters to track data generation</a:t>
            </a:r>
          </a:p>
          <a:p>
            <a:pPr marL="457200" lvl="1" indent="0" fontAlgn="auto">
              <a:lnSpc>
                <a:spcPct val="150000"/>
              </a:lnSpc>
              <a:spcAft>
                <a:spcPts val="0"/>
              </a:spcAft>
              <a:buNone/>
            </a:pPr>
            <a:r>
              <a:rPr lang="en-US" altLang="zh-CN" sz="3200" dirty="0">
                <a:latin typeface="Arial" panose="020B0604020202020204" pitchFamily="34" charset="0"/>
              </a:rPr>
              <a:t>During execution, the counter decrements with every CTA that writes to a chunk and triggers the transfer agent to begin copying data when the counter reaches zero. PROACT requires applications to issue a deterministic number of stores for it to identify the completion of data generation on a per chunk basis and perform the transfers.</a:t>
            </a:r>
          </a:p>
        </p:txBody>
      </p:sp>
    </p:spTree>
    <p:extLst>
      <p:ext uri="{BB962C8B-B14F-4D97-AF65-F5344CB8AC3E}">
        <p14:creationId xmlns:p14="http://schemas.microsoft.com/office/powerpoint/2010/main" val="22167133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Tracking Local Data Transfer Readiness</a:t>
            </a:r>
          </a:p>
        </p:txBody>
      </p:sp>
      <p:pic>
        <p:nvPicPr>
          <p:cNvPr id="4" name="图片 3">
            <a:extLst>
              <a:ext uri="{FF2B5EF4-FFF2-40B4-BE49-F238E27FC236}">
                <a16:creationId xmlns:a16="http://schemas.microsoft.com/office/drawing/2014/main" id="{5FB23806-515F-E7A2-D040-3E0DBDCD4A80}"/>
              </a:ext>
            </a:extLst>
          </p:cNvPr>
          <p:cNvPicPr>
            <a:picLocks noChangeAspect="1"/>
          </p:cNvPicPr>
          <p:nvPr/>
        </p:nvPicPr>
        <p:blipFill>
          <a:blip r:embed="rId3"/>
          <a:stretch>
            <a:fillRect/>
          </a:stretch>
        </p:blipFill>
        <p:spPr>
          <a:xfrm>
            <a:off x="174445" y="2125038"/>
            <a:ext cx="11843110" cy="3589228"/>
          </a:xfrm>
          <a:prstGeom prst="rect">
            <a:avLst/>
          </a:prstGeom>
        </p:spPr>
      </p:pic>
    </p:spTree>
    <p:extLst>
      <p:ext uri="{BB962C8B-B14F-4D97-AF65-F5344CB8AC3E}">
        <p14:creationId xmlns:p14="http://schemas.microsoft.com/office/powerpoint/2010/main" val="1645750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Choosing the Decoupled Data Transfer Mechanism</a:t>
            </a:r>
          </a:p>
          <a:p>
            <a:pPr lvl="1" fontAlgn="auto">
              <a:lnSpc>
                <a:spcPct val="150000"/>
              </a:lnSpc>
              <a:spcAft>
                <a:spcPts val="0"/>
              </a:spcAft>
            </a:pPr>
            <a:r>
              <a:rPr lang="en-US" altLang="zh-CN" sz="3200" dirty="0">
                <a:latin typeface="Arial" panose="020B0604020202020204" pitchFamily="34" charset="0"/>
              </a:rPr>
              <a:t>Polling: a small configurable number of GPU warps are specialized to perform data transfers at a given granularity. Auto-generated and managed entirely by the PROACT runtime. this independently launched long-lived kernel polls the structured data-ready atomic counters that are updated by the application’s producer kernels.</a:t>
            </a:r>
            <a:endParaRPr lang="en-US" altLang="zh-CN" sz="3200" i="0" dirty="0">
              <a:effectLst/>
              <a:latin typeface="Arial" panose="020B0604020202020204" pitchFamily="34" charset="0"/>
            </a:endParaRPr>
          </a:p>
        </p:txBody>
      </p:sp>
    </p:spTree>
    <p:extLst>
      <p:ext uri="{BB962C8B-B14F-4D97-AF65-F5344CB8AC3E}">
        <p14:creationId xmlns:p14="http://schemas.microsoft.com/office/powerpoint/2010/main" val="4042599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Choosing the Decoupled Data Transfer Mechanism</a:t>
            </a:r>
          </a:p>
          <a:p>
            <a:pPr lvl="1" fontAlgn="auto">
              <a:lnSpc>
                <a:spcPct val="150000"/>
              </a:lnSpc>
              <a:spcAft>
                <a:spcPts val="0"/>
              </a:spcAft>
            </a:pPr>
            <a:r>
              <a:rPr lang="en-US" altLang="zh-CN" sz="3200" dirty="0">
                <a:latin typeface="Arial" panose="020B0604020202020204" pitchFamily="34" charset="0"/>
              </a:rPr>
              <a:t>Polling: When ready, the transfer threads read a chunk from the local staging array and perform remote writes to the target GPU(s). these threads and the polling of the counters (in a software implementation) compete with the compute kernel(s) for execution throughput.</a:t>
            </a:r>
            <a:endParaRPr lang="en-US" altLang="zh-CN" sz="3200" i="0" dirty="0">
              <a:effectLst/>
              <a:latin typeface="Arial" panose="020B0604020202020204" pitchFamily="34" charset="0"/>
            </a:endParaRPr>
          </a:p>
        </p:txBody>
      </p:sp>
    </p:spTree>
    <p:extLst>
      <p:ext uri="{BB962C8B-B14F-4D97-AF65-F5344CB8AC3E}">
        <p14:creationId xmlns:p14="http://schemas.microsoft.com/office/powerpoint/2010/main" val="59061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Choosing the Decoupled Data Transfer Mechanism</a:t>
            </a:r>
          </a:p>
          <a:p>
            <a:pPr lvl="1" fontAlgn="auto">
              <a:lnSpc>
                <a:spcPct val="150000"/>
              </a:lnSpc>
              <a:spcAft>
                <a:spcPts val="0"/>
              </a:spcAft>
            </a:pPr>
            <a:r>
              <a:rPr lang="en-US" altLang="zh-CN" sz="3200" i="0" dirty="0">
                <a:effectLst/>
                <a:latin typeface="Arial" panose="020B0604020202020204" pitchFamily="34" charset="0"/>
              </a:rPr>
              <a:t>Dynamic Kernel Launches: CUDA Dynamic Parallelism (CDP) presents another transfer agent mechanism by allowing a parent kernel to launch child kernels as needed. The tradeoff </a:t>
            </a:r>
            <a:r>
              <a:rPr lang="en-US" altLang="zh-CN" sz="3200" dirty="0">
                <a:latin typeface="Arial" panose="020B0604020202020204" pitchFamily="34" charset="0"/>
              </a:rPr>
              <a:t>is </a:t>
            </a:r>
            <a:r>
              <a:rPr lang="en-US" altLang="zh-CN" sz="3200" i="0" dirty="0">
                <a:effectLst/>
                <a:latin typeface="Arial" panose="020B0604020202020204" pitchFamily="34" charset="0"/>
              </a:rPr>
              <a:t>that CDP kernel launch has a higher initiation latency than polling, though still lower than DMA-based transfers. </a:t>
            </a:r>
          </a:p>
        </p:txBody>
      </p:sp>
    </p:spTree>
    <p:extLst>
      <p:ext uri="{BB962C8B-B14F-4D97-AF65-F5344CB8AC3E}">
        <p14:creationId xmlns:p14="http://schemas.microsoft.com/office/powerpoint/2010/main" val="839307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Choosing the Decoupled Data Transfer Mechanism</a:t>
            </a:r>
          </a:p>
          <a:p>
            <a:pPr lvl="1" fontAlgn="auto">
              <a:lnSpc>
                <a:spcPct val="150000"/>
              </a:lnSpc>
              <a:spcAft>
                <a:spcPts val="0"/>
              </a:spcAft>
            </a:pPr>
            <a:r>
              <a:rPr lang="en-US" altLang="zh-CN" sz="3200" i="0" dirty="0">
                <a:effectLst/>
                <a:latin typeface="Arial" panose="020B0604020202020204" pitchFamily="34" charset="0"/>
              </a:rPr>
              <a:t>Direct  Inline  Stores: native P2P stores issue remote writes to distribute data to remote GPUs as data are produced. Direct  inline stores have the advantage that they </a:t>
            </a:r>
            <a:r>
              <a:rPr lang="en-US" altLang="zh-CN" sz="3200" b="1" i="0" dirty="0">
                <a:effectLst/>
                <a:latin typeface="Arial" panose="020B0604020202020204" pitchFamily="34" charset="0"/>
              </a:rPr>
              <a:t>spread remote writes over the course of the producer kernel without the tracking overhead of decoupled transfers</a:t>
            </a:r>
            <a:r>
              <a:rPr lang="en-US" altLang="zh-CN" sz="3200" i="0" dirty="0">
                <a:effectLst/>
                <a:latin typeface="Arial" panose="020B0604020202020204" pitchFamily="34" charset="0"/>
              </a:rPr>
              <a:t>, smoothing interconnect utilization as long as remote writes are evenly distributed within  the kernel execution.</a:t>
            </a:r>
          </a:p>
        </p:txBody>
      </p:sp>
    </p:spTree>
    <p:extLst>
      <p:ext uri="{BB962C8B-B14F-4D97-AF65-F5344CB8AC3E}">
        <p14:creationId xmlns:p14="http://schemas.microsoft.com/office/powerpoint/2010/main" val="6712459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Evaluated Design Alternatives</a:t>
            </a:r>
          </a:p>
          <a:p>
            <a:pPr lvl="1" fontAlgn="auto">
              <a:spcAft>
                <a:spcPts val="0"/>
              </a:spcAft>
            </a:pPr>
            <a:r>
              <a:rPr lang="en-US" altLang="zh-CN" sz="3200" i="1" dirty="0" err="1">
                <a:effectLst/>
                <a:latin typeface="Arial" panose="020B0604020202020204" pitchFamily="34" charset="0"/>
              </a:rPr>
              <a:t>cudaMemcpy</a:t>
            </a:r>
            <a:endParaRPr lang="en-US" altLang="zh-CN" sz="3200" i="1" dirty="0">
              <a:effectLst/>
              <a:latin typeface="Arial" panose="020B0604020202020204" pitchFamily="34" charset="0"/>
            </a:endParaRPr>
          </a:p>
          <a:p>
            <a:pPr lvl="1" fontAlgn="auto">
              <a:spcAft>
                <a:spcPts val="0"/>
              </a:spcAft>
            </a:pPr>
            <a:endParaRPr lang="en-US" altLang="zh-CN" sz="3200" i="1" dirty="0">
              <a:effectLst/>
              <a:latin typeface="Arial" panose="020B0604020202020204" pitchFamily="34" charset="0"/>
            </a:endParaRPr>
          </a:p>
          <a:p>
            <a:pPr lvl="1" fontAlgn="auto">
              <a:spcAft>
                <a:spcPts val="0"/>
              </a:spcAft>
            </a:pPr>
            <a:r>
              <a:rPr lang="en-US" altLang="zh-CN" sz="3200" i="1" dirty="0">
                <a:effectLst/>
                <a:latin typeface="Arial" panose="020B0604020202020204" pitchFamily="34" charset="0"/>
              </a:rPr>
              <a:t>Unified Memory</a:t>
            </a:r>
            <a:r>
              <a:rPr lang="en-US" altLang="zh-CN" sz="3200" i="0" dirty="0">
                <a:effectLst/>
                <a:latin typeface="Arial" panose="020B0604020202020204" pitchFamily="34" charset="0"/>
              </a:rPr>
              <a:t>: port our workload implementations to use UM by replacing conventional memory allocations with UM  allocations,  removing  explicit  data  transfers,  and adding the required inter-GPU synchronization</a:t>
            </a:r>
          </a:p>
          <a:p>
            <a:pPr lvl="1" fontAlgn="auto">
              <a:spcAft>
                <a:spcPts val="0"/>
              </a:spcAft>
            </a:pPr>
            <a:endParaRPr lang="en-US" altLang="zh-CN" sz="3200" i="0" dirty="0">
              <a:effectLst/>
              <a:latin typeface="Arial" panose="020B0604020202020204" pitchFamily="34" charset="0"/>
            </a:endParaRPr>
          </a:p>
          <a:p>
            <a:pPr lvl="1" fontAlgn="auto">
              <a:spcAft>
                <a:spcPts val="0"/>
              </a:spcAft>
            </a:pPr>
            <a:r>
              <a:rPr lang="en-US" altLang="zh-CN" sz="3200" i="1" dirty="0">
                <a:effectLst/>
                <a:latin typeface="Arial" panose="020B0604020202020204" pitchFamily="34" charset="0"/>
              </a:rPr>
              <a:t>PROACT-inline</a:t>
            </a:r>
            <a:r>
              <a:rPr lang="en-US" altLang="zh-CN" sz="3200" dirty="0">
                <a:effectLst/>
                <a:latin typeface="Arial" panose="020B0604020202020204" pitchFamily="34" charset="0"/>
              </a:rPr>
              <a:t>: remote stores are injected directly into the   source kernel to push data to remote GPUs</a:t>
            </a:r>
            <a:endParaRPr lang="en-US" altLang="zh-CN" sz="3200" i="1" dirty="0">
              <a:effectLst/>
              <a:latin typeface="Arial" panose="020B0604020202020204" pitchFamily="34" charset="0"/>
            </a:endParaRPr>
          </a:p>
        </p:txBody>
      </p:sp>
    </p:spTree>
    <p:extLst>
      <p:ext uri="{BB962C8B-B14F-4D97-AF65-F5344CB8AC3E}">
        <p14:creationId xmlns:p14="http://schemas.microsoft.com/office/powerpoint/2010/main" val="16493230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Evaluated Design Alternatives</a:t>
            </a:r>
          </a:p>
          <a:p>
            <a:pPr lvl="1" fontAlgn="auto">
              <a:spcAft>
                <a:spcPts val="0"/>
              </a:spcAft>
            </a:pPr>
            <a:r>
              <a:rPr lang="en-US" altLang="zh-CN" sz="3200" i="1" dirty="0">
                <a:effectLst/>
                <a:latin typeface="Arial" panose="020B0604020202020204" pitchFamily="34" charset="0"/>
              </a:rPr>
              <a:t>PROACT-decoupled</a:t>
            </a:r>
            <a:r>
              <a:rPr lang="en-US" altLang="zh-CN" sz="3200" dirty="0">
                <a:effectLst/>
                <a:latin typeface="Arial" panose="020B0604020202020204" pitchFamily="34" charset="0"/>
              </a:rPr>
              <a:t>: uses the full flexibility of the PROACT  mechanisms, using the profiling tools to select the best data  transfer method and other transfer parameters for each platform and application </a:t>
            </a:r>
          </a:p>
          <a:p>
            <a:pPr lvl="1" fontAlgn="auto">
              <a:spcAft>
                <a:spcPts val="0"/>
              </a:spcAft>
            </a:pPr>
            <a:endParaRPr lang="en-US" altLang="zh-CN" sz="3200" i="1" dirty="0">
              <a:latin typeface="Arial" panose="020B0604020202020204" pitchFamily="34" charset="0"/>
            </a:endParaRPr>
          </a:p>
          <a:p>
            <a:pPr lvl="1" fontAlgn="auto">
              <a:spcAft>
                <a:spcPts val="0"/>
              </a:spcAft>
            </a:pPr>
            <a:r>
              <a:rPr lang="en-US" altLang="zh-CN" sz="3200" i="1" dirty="0">
                <a:effectLst/>
                <a:latin typeface="Arial" panose="020B0604020202020204" pitchFamily="34" charset="0"/>
              </a:rPr>
              <a:t>Infinite Interconnect BW</a:t>
            </a:r>
            <a:r>
              <a:rPr lang="en-US" altLang="zh-CN" sz="3200" dirty="0">
                <a:effectLst/>
                <a:latin typeface="Arial" panose="020B0604020202020204" pitchFamily="34" charset="0"/>
              </a:rPr>
              <a:t>: represents the maximum  speedup that applications can attain from optimizing data movement</a:t>
            </a:r>
            <a:endParaRPr lang="en-US" altLang="zh-CN" sz="3200" i="1" dirty="0">
              <a:effectLst/>
              <a:latin typeface="Arial" panose="020B0604020202020204" pitchFamily="34" charset="0"/>
            </a:endParaRPr>
          </a:p>
        </p:txBody>
      </p:sp>
    </p:spTree>
    <p:extLst>
      <p:ext uri="{BB962C8B-B14F-4D97-AF65-F5344CB8AC3E}">
        <p14:creationId xmlns:p14="http://schemas.microsoft.com/office/powerpoint/2010/main" val="28276777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Microbenchmarks</a:t>
            </a:r>
            <a:r>
              <a:rPr lang="en-US" altLang="zh-CN" sz="3200" dirty="0">
                <a:latin typeface="Arial" panose="020B0604020202020204" pitchFamily="34" charset="0"/>
              </a:rPr>
              <a:t>: </a:t>
            </a:r>
            <a:r>
              <a:rPr lang="en-US" altLang="zh-CN" sz="3200" i="0" dirty="0">
                <a:effectLst/>
                <a:latin typeface="Arial" panose="020B0604020202020204" pitchFamily="34" charset="0"/>
              </a:rPr>
              <a:t>consist of a syn-thetic compute kernel running on a source GPU and generating data needed in its entirety by the destination GPUs for the next phase.</a:t>
            </a:r>
          </a:p>
          <a:p>
            <a:pPr fontAlgn="auto">
              <a:spcAft>
                <a:spcPts val="0"/>
              </a:spcAft>
            </a:pPr>
            <a:r>
              <a:rPr lang="en-US" altLang="zh-CN" sz="3200" i="0" dirty="0">
                <a:effectLst/>
                <a:latin typeface="Arial" panose="020B0604020202020204" pitchFamily="34" charset="0"/>
              </a:rPr>
              <a:t>MBIR X-ray CT</a:t>
            </a:r>
          </a:p>
          <a:p>
            <a:pPr fontAlgn="auto">
              <a:spcAft>
                <a:spcPts val="0"/>
              </a:spcAft>
            </a:pPr>
            <a:r>
              <a:rPr lang="en-US" altLang="zh-CN" sz="3200" i="0" dirty="0">
                <a:effectLst/>
                <a:latin typeface="Arial" panose="020B0604020202020204" pitchFamily="34" charset="0"/>
              </a:rPr>
              <a:t>Page Rank</a:t>
            </a:r>
          </a:p>
          <a:p>
            <a:pPr fontAlgn="auto">
              <a:spcAft>
                <a:spcPts val="0"/>
              </a:spcAft>
            </a:pPr>
            <a:r>
              <a:rPr lang="en-US" altLang="zh-CN" sz="3200" dirty="0">
                <a:latin typeface="Arial" panose="020B0604020202020204" pitchFamily="34" charset="0"/>
              </a:rPr>
              <a:t>Single Source Shortest Path</a:t>
            </a:r>
          </a:p>
          <a:p>
            <a:pPr fontAlgn="auto">
              <a:spcAft>
                <a:spcPts val="0"/>
              </a:spcAft>
            </a:pPr>
            <a:r>
              <a:rPr lang="en-US" altLang="zh-CN" sz="3200" i="0" dirty="0">
                <a:effectLst/>
                <a:latin typeface="Arial" panose="020B0604020202020204" pitchFamily="34" charset="0"/>
              </a:rPr>
              <a:t>Alternating Least Squares</a:t>
            </a:r>
          </a:p>
          <a:p>
            <a:pPr fontAlgn="auto">
              <a:spcAft>
                <a:spcPts val="0"/>
              </a:spcAft>
            </a:pPr>
            <a:r>
              <a:rPr lang="en-US" altLang="zh-CN" sz="3200" dirty="0">
                <a:latin typeface="Arial" panose="020B0604020202020204" pitchFamily="34" charset="0"/>
              </a:rPr>
              <a:t>Jacobi Solver</a:t>
            </a:r>
            <a:endParaRPr lang="en-US" altLang="zh-CN" sz="3200" i="0" dirty="0">
              <a:effectLst/>
              <a:latin typeface="Arial" panose="020B0604020202020204" pitchFamily="34" charset="0"/>
            </a:endParaRPr>
          </a:p>
        </p:txBody>
      </p:sp>
    </p:spTree>
    <p:extLst>
      <p:ext uri="{BB962C8B-B14F-4D97-AF65-F5344CB8AC3E}">
        <p14:creationId xmlns:p14="http://schemas.microsoft.com/office/powerpoint/2010/main" val="26083873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endParaRPr lang="en-US" altLang="zh-CN" sz="3200" i="0" dirty="0">
              <a:effectLst/>
              <a:latin typeface="Arial" panose="020B0604020202020204" pitchFamily="34" charset="0"/>
            </a:endParaRPr>
          </a:p>
        </p:txBody>
      </p:sp>
      <p:pic>
        <p:nvPicPr>
          <p:cNvPr id="4" name="图片 3">
            <a:extLst>
              <a:ext uri="{FF2B5EF4-FFF2-40B4-BE49-F238E27FC236}">
                <a16:creationId xmlns:a16="http://schemas.microsoft.com/office/drawing/2014/main" id="{A8A24A61-F613-DE6A-9B9F-007DD12AAE46}"/>
              </a:ext>
            </a:extLst>
          </p:cNvPr>
          <p:cNvPicPr>
            <a:picLocks noChangeAspect="1"/>
          </p:cNvPicPr>
          <p:nvPr/>
        </p:nvPicPr>
        <p:blipFill>
          <a:blip r:embed="rId3"/>
          <a:stretch>
            <a:fillRect/>
          </a:stretch>
        </p:blipFill>
        <p:spPr>
          <a:xfrm>
            <a:off x="2149248" y="1143734"/>
            <a:ext cx="7615238" cy="5125386"/>
          </a:xfrm>
          <a:prstGeom prst="rect">
            <a:avLst/>
          </a:prstGeom>
        </p:spPr>
      </p:pic>
    </p:spTree>
    <p:extLst>
      <p:ext uri="{BB962C8B-B14F-4D97-AF65-F5344CB8AC3E}">
        <p14:creationId xmlns:p14="http://schemas.microsoft.com/office/powerpoint/2010/main" val="3713058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endParaRPr lang="en-US" altLang="zh-CN" sz="3200" i="0" dirty="0">
              <a:effectLst/>
              <a:latin typeface="Arial" panose="020B0604020202020204" pitchFamily="34" charset="0"/>
            </a:endParaRPr>
          </a:p>
        </p:txBody>
      </p:sp>
      <p:pic>
        <p:nvPicPr>
          <p:cNvPr id="8" name="图片 7">
            <a:extLst>
              <a:ext uri="{FF2B5EF4-FFF2-40B4-BE49-F238E27FC236}">
                <a16:creationId xmlns:a16="http://schemas.microsoft.com/office/drawing/2014/main" id="{8A318787-BD27-3727-C4F4-6A98F4132497}"/>
              </a:ext>
            </a:extLst>
          </p:cNvPr>
          <p:cNvPicPr>
            <a:picLocks noChangeAspect="1"/>
          </p:cNvPicPr>
          <p:nvPr/>
        </p:nvPicPr>
        <p:blipFill>
          <a:blip r:embed="rId3"/>
          <a:stretch>
            <a:fillRect/>
          </a:stretch>
        </p:blipFill>
        <p:spPr>
          <a:xfrm>
            <a:off x="2017259" y="1377670"/>
            <a:ext cx="7740167" cy="4336596"/>
          </a:xfrm>
          <a:prstGeom prst="rect">
            <a:avLst/>
          </a:prstGeom>
        </p:spPr>
      </p:pic>
    </p:spTree>
    <p:extLst>
      <p:ext uri="{BB962C8B-B14F-4D97-AF65-F5344CB8AC3E}">
        <p14:creationId xmlns:p14="http://schemas.microsoft.com/office/powerpoint/2010/main" val="27492989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endParaRPr lang="en-US" altLang="zh-CN" sz="3200" i="0" dirty="0">
              <a:effectLst/>
              <a:latin typeface="Arial" panose="020B0604020202020204" pitchFamily="34" charset="0"/>
            </a:endParaRPr>
          </a:p>
        </p:txBody>
      </p:sp>
      <p:pic>
        <p:nvPicPr>
          <p:cNvPr id="4" name="图片 3">
            <a:extLst>
              <a:ext uri="{FF2B5EF4-FFF2-40B4-BE49-F238E27FC236}">
                <a16:creationId xmlns:a16="http://schemas.microsoft.com/office/drawing/2014/main" id="{EF8DA0B8-4685-A461-F6CE-47726EC094C5}"/>
              </a:ext>
            </a:extLst>
          </p:cNvPr>
          <p:cNvPicPr>
            <a:picLocks noChangeAspect="1"/>
          </p:cNvPicPr>
          <p:nvPr/>
        </p:nvPicPr>
        <p:blipFill>
          <a:blip r:embed="rId3"/>
          <a:stretch>
            <a:fillRect/>
          </a:stretch>
        </p:blipFill>
        <p:spPr>
          <a:xfrm>
            <a:off x="2175101" y="1327696"/>
            <a:ext cx="7164842" cy="4838898"/>
          </a:xfrm>
          <a:prstGeom prst="rect">
            <a:avLst/>
          </a:prstGeom>
        </p:spPr>
      </p:pic>
    </p:spTree>
    <p:extLst>
      <p:ext uri="{BB962C8B-B14F-4D97-AF65-F5344CB8AC3E}">
        <p14:creationId xmlns:p14="http://schemas.microsoft.com/office/powerpoint/2010/main" val="11167140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endParaRPr lang="en-US" altLang="zh-CN" sz="3200" i="0" dirty="0">
              <a:effectLst/>
              <a:latin typeface="Arial" panose="020B0604020202020204" pitchFamily="34" charset="0"/>
            </a:endParaRPr>
          </a:p>
        </p:txBody>
      </p:sp>
      <p:pic>
        <p:nvPicPr>
          <p:cNvPr id="5" name="图片 4">
            <a:extLst>
              <a:ext uri="{FF2B5EF4-FFF2-40B4-BE49-F238E27FC236}">
                <a16:creationId xmlns:a16="http://schemas.microsoft.com/office/drawing/2014/main" id="{E0185200-1616-507A-0FDE-789095F927A6}"/>
              </a:ext>
            </a:extLst>
          </p:cNvPr>
          <p:cNvPicPr>
            <a:picLocks noChangeAspect="1"/>
          </p:cNvPicPr>
          <p:nvPr/>
        </p:nvPicPr>
        <p:blipFill>
          <a:blip r:embed="rId3"/>
          <a:stretch>
            <a:fillRect/>
          </a:stretch>
        </p:blipFill>
        <p:spPr>
          <a:xfrm>
            <a:off x="2017258" y="1956707"/>
            <a:ext cx="7982245" cy="3954236"/>
          </a:xfrm>
          <a:prstGeom prst="rect">
            <a:avLst/>
          </a:prstGeom>
        </p:spPr>
      </p:pic>
    </p:spTree>
    <p:extLst>
      <p:ext uri="{BB962C8B-B14F-4D97-AF65-F5344CB8AC3E}">
        <p14:creationId xmlns:p14="http://schemas.microsoft.com/office/powerpoint/2010/main" val="3487556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endParaRPr lang="en-US" altLang="zh-CN" sz="3200" i="0" dirty="0">
              <a:effectLst/>
              <a:latin typeface="Arial" panose="020B0604020202020204" pitchFamily="34" charset="0"/>
            </a:endParaRPr>
          </a:p>
        </p:txBody>
      </p:sp>
      <p:pic>
        <p:nvPicPr>
          <p:cNvPr id="4" name="图片 3">
            <a:extLst>
              <a:ext uri="{FF2B5EF4-FFF2-40B4-BE49-F238E27FC236}">
                <a16:creationId xmlns:a16="http://schemas.microsoft.com/office/drawing/2014/main" id="{4D46FD26-A7A7-C27A-ECB6-9B8F77AAE109}"/>
              </a:ext>
            </a:extLst>
          </p:cNvPr>
          <p:cNvPicPr>
            <a:picLocks noChangeAspect="1"/>
          </p:cNvPicPr>
          <p:nvPr/>
        </p:nvPicPr>
        <p:blipFill>
          <a:blip r:embed="rId3"/>
          <a:stretch>
            <a:fillRect/>
          </a:stretch>
        </p:blipFill>
        <p:spPr>
          <a:xfrm>
            <a:off x="1776291" y="2070953"/>
            <a:ext cx="8639417" cy="3643313"/>
          </a:xfrm>
          <a:prstGeom prst="rect">
            <a:avLst/>
          </a:prstGeom>
        </p:spPr>
      </p:pic>
    </p:spTree>
    <p:extLst>
      <p:ext uri="{BB962C8B-B14F-4D97-AF65-F5344CB8AC3E}">
        <p14:creationId xmlns:p14="http://schemas.microsoft.com/office/powerpoint/2010/main" val="22461964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endParaRPr lang="en-US" altLang="zh-CN" sz="3200" i="0" dirty="0">
              <a:effectLst/>
              <a:latin typeface="Arial" panose="020B0604020202020204" pitchFamily="34" charset="0"/>
            </a:endParaRPr>
          </a:p>
        </p:txBody>
      </p:sp>
      <p:pic>
        <p:nvPicPr>
          <p:cNvPr id="5" name="图片 4">
            <a:extLst>
              <a:ext uri="{FF2B5EF4-FFF2-40B4-BE49-F238E27FC236}">
                <a16:creationId xmlns:a16="http://schemas.microsoft.com/office/drawing/2014/main" id="{7960C1F7-D199-7574-64E6-9A5C9A012933}"/>
              </a:ext>
            </a:extLst>
          </p:cNvPr>
          <p:cNvPicPr>
            <a:picLocks noChangeAspect="1"/>
          </p:cNvPicPr>
          <p:nvPr/>
        </p:nvPicPr>
        <p:blipFill>
          <a:blip r:embed="rId3"/>
          <a:stretch>
            <a:fillRect/>
          </a:stretch>
        </p:blipFill>
        <p:spPr>
          <a:xfrm>
            <a:off x="2513579" y="1888671"/>
            <a:ext cx="7164842" cy="4159413"/>
          </a:xfrm>
          <a:prstGeom prst="rect">
            <a:avLst/>
          </a:prstGeom>
        </p:spPr>
      </p:pic>
    </p:spTree>
    <p:extLst>
      <p:ext uri="{BB962C8B-B14F-4D97-AF65-F5344CB8AC3E}">
        <p14:creationId xmlns:p14="http://schemas.microsoft.com/office/powerpoint/2010/main" val="5328028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endParaRPr lang="en-US" altLang="zh-CN" sz="3200" i="0" dirty="0">
              <a:effectLst/>
              <a:latin typeface="Arial" panose="020B0604020202020204" pitchFamily="34" charset="0"/>
            </a:endParaRPr>
          </a:p>
        </p:txBody>
      </p:sp>
      <p:pic>
        <p:nvPicPr>
          <p:cNvPr id="4" name="图片 3">
            <a:extLst>
              <a:ext uri="{FF2B5EF4-FFF2-40B4-BE49-F238E27FC236}">
                <a16:creationId xmlns:a16="http://schemas.microsoft.com/office/drawing/2014/main" id="{8EDA5956-9E65-71A4-C135-DF783B576625}"/>
              </a:ext>
            </a:extLst>
          </p:cNvPr>
          <p:cNvPicPr>
            <a:picLocks noChangeAspect="1"/>
          </p:cNvPicPr>
          <p:nvPr/>
        </p:nvPicPr>
        <p:blipFill>
          <a:blip r:embed="rId3"/>
          <a:stretch>
            <a:fillRect/>
          </a:stretch>
        </p:blipFill>
        <p:spPr>
          <a:xfrm>
            <a:off x="2280466" y="1416947"/>
            <a:ext cx="7747907" cy="4660395"/>
          </a:xfrm>
          <a:prstGeom prst="rect">
            <a:avLst/>
          </a:prstGeom>
        </p:spPr>
      </p:pic>
    </p:spTree>
    <p:extLst>
      <p:ext uri="{BB962C8B-B14F-4D97-AF65-F5344CB8AC3E}">
        <p14:creationId xmlns:p14="http://schemas.microsoft.com/office/powerpoint/2010/main" val="18563454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endParaRPr lang="en-US" altLang="zh-CN" sz="3200" i="0" dirty="0">
              <a:effectLst/>
              <a:latin typeface="Arial" panose="020B0604020202020204" pitchFamily="34" charset="0"/>
            </a:endParaRPr>
          </a:p>
        </p:txBody>
      </p:sp>
      <p:pic>
        <p:nvPicPr>
          <p:cNvPr id="5" name="图片 4">
            <a:extLst>
              <a:ext uri="{FF2B5EF4-FFF2-40B4-BE49-F238E27FC236}">
                <a16:creationId xmlns:a16="http://schemas.microsoft.com/office/drawing/2014/main" id="{A1195C95-A12B-D7E2-7882-AB9A3CEEB8CB}"/>
              </a:ext>
            </a:extLst>
          </p:cNvPr>
          <p:cNvPicPr>
            <a:picLocks noChangeAspect="1"/>
          </p:cNvPicPr>
          <p:nvPr/>
        </p:nvPicPr>
        <p:blipFill>
          <a:blip r:embed="rId3"/>
          <a:stretch>
            <a:fillRect/>
          </a:stretch>
        </p:blipFill>
        <p:spPr>
          <a:xfrm>
            <a:off x="1214437" y="1143734"/>
            <a:ext cx="9763125" cy="5486400"/>
          </a:xfrm>
          <a:prstGeom prst="rect">
            <a:avLst/>
          </a:prstGeom>
        </p:spPr>
      </p:pic>
    </p:spTree>
    <p:extLst>
      <p:ext uri="{BB962C8B-B14F-4D97-AF65-F5344CB8AC3E}">
        <p14:creationId xmlns:p14="http://schemas.microsoft.com/office/powerpoint/2010/main" val="2636116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endParaRPr lang="en-US" altLang="zh-CN" sz="3200" i="0" dirty="0">
              <a:effectLst/>
              <a:latin typeface="Arial" panose="020B0604020202020204" pitchFamily="34" charset="0"/>
            </a:endParaRPr>
          </a:p>
        </p:txBody>
      </p:sp>
      <p:pic>
        <p:nvPicPr>
          <p:cNvPr id="5" name="图片 4">
            <a:extLst>
              <a:ext uri="{FF2B5EF4-FFF2-40B4-BE49-F238E27FC236}">
                <a16:creationId xmlns:a16="http://schemas.microsoft.com/office/drawing/2014/main" id="{A1195C95-A12B-D7E2-7882-AB9A3CEEB8CB}"/>
              </a:ext>
            </a:extLst>
          </p:cNvPr>
          <p:cNvPicPr>
            <a:picLocks noChangeAspect="1"/>
          </p:cNvPicPr>
          <p:nvPr/>
        </p:nvPicPr>
        <p:blipFill>
          <a:blip r:embed="rId3"/>
          <a:stretch>
            <a:fillRect/>
          </a:stretch>
        </p:blipFill>
        <p:spPr>
          <a:xfrm>
            <a:off x="1214437" y="1143734"/>
            <a:ext cx="9763125" cy="5486400"/>
          </a:xfrm>
          <a:prstGeom prst="rect">
            <a:avLst/>
          </a:prstGeom>
        </p:spPr>
      </p:pic>
    </p:spTree>
    <p:extLst>
      <p:ext uri="{BB962C8B-B14F-4D97-AF65-F5344CB8AC3E}">
        <p14:creationId xmlns:p14="http://schemas.microsoft.com/office/powerpoint/2010/main" val="34927671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85F8A6-ED31-83F1-B672-62E785A544DC}"/>
              </a:ext>
            </a:extLst>
          </p:cNvPr>
          <p:cNvSpPr>
            <a:spLocks noGrp="1"/>
          </p:cNvSpPr>
          <p:nvPr>
            <p:ph type="title"/>
          </p:nvPr>
        </p:nvSpPr>
        <p:spPr/>
        <p:txBody>
          <a:bodyPr>
            <a:normAutofit fontScale="90000"/>
          </a:bodyPr>
          <a:lstStyle/>
          <a:p>
            <a:r>
              <a:rPr lang="en-US" altLang="zh-CN" dirty="0"/>
              <a:t>Efficient Multi-GPU Shared Memory via Automatic Optimization of Fine-Grained Transfers</a:t>
            </a:r>
            <a:endParaRPr lang="zh-CN" altLang="en-US" dirty="0"/>
          </a:p>
        </p:txBody>
      </p:sp>
      <p:sp>
        <p:nvSpPr>
          <p:cNvPr id="6" name="内容占位符 2">
            <a:extLst>
              <a:ext uri="{FF2B5EF4-FFF2-40B4-BE49-F238E27FC236}">
                <a16:creationId xmlns:a16="http://schemas.microsoft.com/office/drawing/2014/main" id="{FABF50D1-86D1-B2BC-2CAB-67399EA5C684}"/>
              </a:ext>
            </a:extLst>
          </p:cNvPr>
          <p:cNvSpPr txBox="1">
            <a:spLocks/>
          </p:cNvSpPr>
          <p:nvPr/>
        </p:nvSpPr>
        <p:spPr>
          <a:xfrm>
            <a:off x="341643" y="1143734"/>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endParaRPr lang="en-US" altLang="zh-CN" sz="3200" i="0" dirty="0">
              <a:effectLst/>
              <a:latin typeface="Arial" panose="020B0604020202020204" pitchFamily="34" charset="0"/>
            </a:endParaRPr>
          </a:p>
        </p:txBody>
      </p:sp>
      <p:sp>
        <p:nvSpPr>
          <p:cNvPr id="3" name="内容占位符 2">
            <a:extLst>
              <a:ext uri="{FF2B5EF4-FFF2-40B4-BE49-F238E27FC236}">
                <a16:creationId xmlns:a16="http://schemas.microsoft.com/office/drawing/2014/main" id="{6CCB317F-2EAF-A303-E704-2D2B9CC2CEB9}"/>
              </a:ext>
            </a:extLst>
          </p:cNvPr>
          <p:cNvSpPr txBox="1">
            <a:spLocks/>
          </p:cNvSpPr>
          <p:nvPr/>
        </p:nvSpPr>
        <p:spPr>
          <a:xfrm>
            <a:off x="282278" y="1297427"/>
            <a:ext cx="11627443" cy="52068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pPr>
            <a:r>
              <a:rPr lang="en-US" altLang="zh-CN" sz="3200" i="0" dirty="0">
                <a:effectLst/>
                <a:latin typeface="Arial" panose="020B0604020202020204" pitchFamily="34" charset="0"/>
              </a:rPr>
              <a:t>Conditions benefit from PROACT:</a:t>
            </a:r>
          </a:p>
          <a:p>
            <a:pPr lvl="1" fontAlgn="auto">
              <a:spcAft>
                <a:spcPts val="0"/>
              </a:spcAft>
            </a:pPr>
            <a:r>
              <a:rPr lang="en-US" altLang="zh-CN" sz="3200" dirty="0">
                <a:latin typeface="Arial" panose="020B0604020202020204" pitchFamily="34" charset="0"/>
              </a:rPr>
              <a:t>Strong scaling performance is limited by inter-GPU communication</a:t>
            </a:r>
          </a:p>
          <a:p>
            <a:pPr lvl="1" fontAlgn="auto">
              <a:spcAft>
                <a:spcPts val="0"/>
              </a:spcAft>
            </a:pPr>
            <a:endParaRPr lang="en-US" altLang="zh-CN" sz="3200" i="0" dirty="0">
              <a:effectLst/>
              <a:latin typeface="Arial" panose="020B0604020202020204" pitchFamily="34" charset="0"/>
            </a:endParaRPr>
          </a:p>
          <a:p>
            <a:pPr lvl="1" fontAlgn="auto">
              <a:spcAft>
                <a:spcPts val="0"/>
              </a:spcAft>
            </a:pPr>
            <a:r>
              <a:rPr lang="en-US" altLang="zh-CN" sz="3200" i="0" dirty="0">
                <a:effectLst/>
                <a:latin typeface="Arial" panose="020B0604020202020204" pitchFamily="34" charset="0"/>
              </a:rPr>
              <a:t>the write access pattern of the application is deterministic in  nature</a:t>
            </a:r>
          </a:p>
          <a:p>
            <a:pPr lvl="1" fontAlgn="auto">
              <a:spcAft>
                <a:spcPts val="0"/>
              </a:spcAft>
            </a:pPr>
            <a:endParaRPr lang="en-US" altLang="zh-CN" sz="3200" dirty="0">
              <a:latin typeface="Arial" panose="020B0604020202020204" pitchFamily="34" charset="0"/>
            </a:endParaRPr>
          </a:p>
          <a:p>
            <a:pPr lvl="1" fontAlgn="auto">
              <a:spcAft>
                <a:spcPts val="0"/>
              </a:spcAft>
            </a:pPr>
            <a:r>
              <a:rPr lang="en-US" altLang="zh-CN" sz="3200">
                <a:latin typeface="Arial" panose="020B0604020202020204" pitchFamily="34" charset="0"/>
              </a:rPr>
              <a:t>programmers use structured </a:t>
            </a:r>
            <a:r>
              <a:rPr lang="en-US" altLang="zh-CN" sz="3200" dirty="0">
                <a:latin typeface="Arial" panose="020B0604020202020204" pitchFamily="34" charset="0"/>
              </a:rPr>
              <a:t>programming</a:t>
            </a:r>
          </a:p>
          <a:p>
            <a:pPr lvl="1" fontAlgn="auto">
              <a:spcAft>
                <a:spcPts val="0"/>
              </a:spcAft>
            </a:pPr>
            <a:endParaRPr lang="en-US" altLang="zh-CN" sz="3200" i="0" dirty="0">
              <a:effectLst/>
              <a:latin typeface="Arial" panose="020B0604020202020204" pitchFamily="34" charset="0"/>
            </a:endParaRPr>
          </a:p>
        </p:txBody>
      </p:sp>
    </p:spTree>
    <p:extLst>
      <p:ext uri="{BB962C8B-B14F-4D97-AF65-F5344CB8AC3E}">
        <p14:creationId xmlns:p14="http://schemas.microsoft.com/office/powerpoint/2010/main" val="2966271862"/>
      </p:ext>
    </p:extLst>
  </p:cSld>
  <p:clrMapOvr>
    <a:masterClrMapping/>
  </p:clrMapOvr>
</p:sld>
</file>

<file path=ppt/theme/theme1.xml><?xml version="1.0" encoding="utf-8"?>
<a:theme xmlns:a="http://schemas.openxmlformats.org/drawingml/2006/main" name="Beamer_Presentation_template">
  <a:themeElements>
    <a:clrScheme name="Custom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FFFF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dirty="0" smtClean="0">
            <a:latin typeface="Gill Sans MT" panose="020B0502020104020203"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Beamer template for word" id="{A364F6B3-F56E-4B6E-9DB0-D83EC4247E91}" vid="{0F23EA36-EC28-40D6-9B91-DEE419EC1377}"/>
    </a:ext>
  </a:extLst>
</a:theme>
</file>

<file path=ppt/theme/theme2.xml><?xml version="1.0" encoding="utf-8"?>
<a:theme xmlns:a="http://schemas.openxmlformats.org/drawingml/2006/main" name="香山模板-16-9">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香山模板-16-9" id="{A0AAAC98-ADB9-46C7-A932-2803970233F1}" vid="{55813B29-4919-4F34-9B74-4D7D82D3B331}"/>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Fake-beamer-16x9</Template>
  <TotalTime>3865</TotalTime>
  <Words>2662</Words>
  <Application>Microsoft Office PowerPoint</Application>
  <PresentationFormat>宽屏</PresentationFormat>
  <Paragraphs>218</Paragraphs>
  <Slides>49</Slides>
  <Notes>29</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49</vt:i4>
      </vt:variant>
    </vt:vector>
  </HeadingPairs>
  <TitlesOfParts>
    <vt:vector size="60" baseType="lpstr">
      <vt:lpstr>Arial</vt:lpstr>
      <vt:lpstr>Courier New</vt:lpstr>
      <vt:lpstr>Calibri</vt:lpstr>
      <vt:lpstr>微软雅黑</vt:lpstr>
      <vt:lpstr>Wingdings</vt:lpstr>
      <vt:lpstr>Helvetica Neue</vt:lpstr>
      <vt:lpstr>Gill Sans MT</vt:lpstr>
      <vt:lpstr>黑体</vt:lpstr>
      <vt:lpstr>等线</vt:lpstr>
      <vt:lpstr>Beamer_Presentation_template</vt:lpstr>
      <vt:lpstr>香山模板-16-9</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lpstr>Efficient Multi-GPU Shared Memory via Automatic Optimization of Fine-Grained Transfers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BetaPoint</dc:title>
  <dc:creator>周 耀阳</dc:creator>
  <cp:lastModifiedBy>陈 子航</cp:lastModifiedBy>
  <cp:revision>141</cp:revision>
  <dcterms:created xsi:type="dcterms:W3CDTF">2021-03-16T08:47:35Z</dcterms:created>
  <dcterms:modified xsi:type="dcterms:W3CDTF">2023-03-14T11:22:26Z</dcterms:modified>
</cp:coreProperties>
</file>